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2" r:id="rId5"/>
    <p:sldMasterId id="2147483703" r:id="rId6"/>
    <p:sldMasterId id="2147483704" r:id="rId7"/>
    <p:sldMasterId id="2147483705" r:id="rId8"/>
    <p:sldMasterId id="2147483706"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Lst>
  <p:sldSz cy="5143500" cx="9144000"/>
  <p:notesSz cx="6858000" cy="9144000"/>
  <p:embeddedFontLst>
    <p:embeddedFont>
      <p:font typeface="Geo"/>
      <p:regular r:id="rId54"/>
      <p:italic r:id="rId55"/>
    </p:embeddedFont>
    <p:embeddedFont>
      <p:font typeface="Raleway"/>
      <p:regular r:id="rId56"/>
      <p:bold r:id="rId57"/>
      <p:italic r:id="rId58"/>
      <p:boldItalic r:id="rId59"/>
    </p:embeddedFont>
    <p:embeddedFont>
      <p:font typeface="Roboto"/>
      <p:regular r:id="rId60"/>
      <p:bold r:id="rId61"/>
      <p:italic r:id="rId62"/>
      <p:boldItalic r:id="rId63"/>
    </p:embeddedFont>
    <p:embeddedFont>
      <p:font typeface="Lato"/>
      <p:regular r:id="rId64"/>
      <p:bold r:id="rId65"/>
      <p:italic r:id="rId66"/>
      <p:boldItalic r:id="rId67"/>
    </p:embeddedFont>
    <p:embeddedFont>
      <p:font typeface="Poppins"/>
      <p:regular r:id="rId68"/>
      <p:bold r:id="rId69"/>
      <p:italic r:id="rId70"/>
      <p:boldItalic r:id="rId71"/>
    </p:embeddedFont>
    <p:embeddedFont>
      <p:font typeface="Arial Black"/>
      <p:regular r:id="rId72"/>
    </p:embeddedFont>
    <p:embeddedFont>
      <p:font typeface="Open Sans Light"/>
      <p:regular r:id="rId73"/>
      <p:bold r:id="rId74"/>
      <p:italic r:id="rId75"/>
      <p:boldItalic r:id="rId7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E530ABA-82E6-40B3-9370-665EBA873D1E}">
  <a:tblStyle styleId="{7E530ABA-82E6-40B3-9370-665EBA873D1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2582AF7-009F-48A2-9A44-981834622FC7}"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slideMaster" Target="slideMasters/slideMaster5.xml"/><Relationship Id="rId10" Type="http://schemas.openxmlformats.org/officeDocument/2006/relationships/notesMaster" Target="notesMasters/notes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font" Target="fonts/Geo-regular.fntdata"/><Relationship Id="rId55" Type="http://schemas.openxmlformats.org/officeDocument/2006/relationships/font" Target="fonts/Geo-italic.fntdata"/><Relationship Id="rId56" Type="http://schemas.openxmlformats.org/officeDocument/2006/relationships/font" Target="fonts/Raleway-regular.fntdata"/><Relationship Id="rId57" Type="http://schemas.openxmlformats.org/officeDocument/2006/relationships/font" Target="fonts/Raleway-bold.fntdata"/><Relationship Id="rId58" Type="http://schemas.openxmlformats.org/officeDocument/2006/relationships/font" Target="fonts/Raleway-italic.fntdata"/><Relationship Id="rId59" Type="http://schemas.openxmlformats.org/officeDocument/2006/relationships/font" Target="fonts/Raleway-boldItalic.fntdata"/><Relationship Id="rId60" Type="http://schemas.openxmlformats.org/officeDocument/2006/relationships/font" Target="fonts/Roboto-regular.fntdata"/><Relationship Id="rId61" Type="http://schemas.openxmlformats.org/officeDocument/2006/relationships/font" Target="fonts/Roboto-bold.fntdata"/><Relationship Id="rId62" Type="http://schemas.openxmlformats.org/officeDocument/2006/relationships/font" Target="fonts/Roboto-italic.fntdata"/><Relationship Id="rId63" Type="http://schemas.openxmlformats.org/officeDocument/2006/relationships/font" Target="fonts/Roboto-boldItalic.fntdata"/><Relationship Id="rId64" Type="http://schemas.openxmlformats.org/officeDocument/2006/relationships/font" Target="fonts/Lato-regular.fntdata"/><Relationship Id="rId65" Type="http://schemas.openxmlformats.org/officeDocument/2006/relationships/font" Target="fonts/Lato-bold.fntdata"/><Relationship Id="rId66" Type="http://schemas.openxmlformats.org/officeDocument/2006/relationships/font" Target="fonts/Lato-italic.fntdata"/><Relationship Id="rId67" Type="http://schemas.openxmlformats.org/officeDocument/2006/relationships/font" Target="fonts/Lato-boldItalic.fntdata"/><Relationship Id="rId68" Type="http://schemas.openxmlformats.org/officeDocument/2006/relationships/font" Target="fonts/Poppins-regular.fntdata"/><Relationship Id="rId69" Type="http://schemas.openxmlformats.org/officeDocument/2006/relationships/font" Target="fonts/Poppins-bold.fntdata"/><Relationship Id="rId70" Type="http://schemas.openxmlformats.org/officeDocument/2006/relationships/font" Target="fonts/Poppins-italic.fntdata"/><Relationship Id="rId71" Type="http://schemas.openxmlformats.org/officeDocument/2006/relationships/font" Target="fonts/Poppins-boldItalic.fntdata"/><Relationship Id="rId72" Type="http://schemas.openxmlformats.org/officeDocument/2006/relationships/font" Target="fonts/ArialBlack-regular.fntdata"/><Relationship Id="rId73" Type="http://schemas.openxmlformats.org/officeDocument/2006/relationships/font" Target="fonts/OpenSansLight-regular.fntdata"/><Relationship Id="rId74" Type="http://schemas.openxmlformats.org/officeDocument/2006/relationships/font" Target="fonts/OpenSansLight-bold.fntdata"/><Relationship Id="rId75" Type="http://schemas.openxmlformats.org/officeDocument/2006/relationships/font" Target="fonts/OpenSansLight-italic.fntdata"/><Relationship Id="rId76" Type="http://schemas.openxmlformats.org/officeDocument/2006/relationships/font" Target="fonts/OpenSansLight-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dd631576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dd631576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dd63157608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dd63157608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dd63157608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dd63157608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dd63157608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dd63157608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dd63157608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dd63157608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dd63157608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dd63157608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dd63157608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dd63157608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dd63157608_0_1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dd63157608_0_1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dd63157608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dd63157608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dd63157608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dd63157608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dd63157608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dd63157608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dd63157608_0_8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dd63157608_0_8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dd63157608_0_9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g3dd63157608_0_9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dd63157608_0_10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7" name="Google Shape;397;g3dd63157608_0_10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dd63157608_0_1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dd63157608_0_1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dd63157608_0_1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dd63157608_0_1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dd63157608_0_1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dd63157608_0_1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dd63157608_0_1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dd63157608_0_1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dd63157608_0_1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dd63157608_0_1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dd63157608_0_1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dd63157608_0_1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dd63157608_0_16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dd63157608_0_1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dd63157608_0_1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dd63157608_0_1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dd63157608_0_18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dd63157608_0_18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dd63157608_0_19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dd63157608_0_19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dd63157608_0_19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dd63157608_0_19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dd63157608_0_20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dd63157608_0_20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dd63157608_0_2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dd63157608_0_2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dd63157608_0_2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3dd63157608_0_2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dd63157608_0_2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dd63157608_0_2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dd63157608_0_2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dd63157608_0_2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dd63157608_0_25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7" name="Google Shape;577;g3dd63157608_0_25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dd63157608_0_26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3dd63157608_0_26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dd63157608_0_26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2" name="Google Shape;632;g3dd63157608_0_26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dd63157608_0_27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0" name="Google Shape;640;g3dd63157608_0_27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dd63157608_0_28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7" name="Google Shape;647;g3dd63157608_0_28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dd63157608_0_29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3dd63157608_0_29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dd63157608_0_29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3dd63157608_0_29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dd63157608_0_30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3dd63157608_0_3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dd63157608_0_3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1" name="Google Shape;681;g3dd63157608_0_3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dd63157608_0_3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3dd63157608_0_3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dd63157608_0_3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3dd63157608_0_3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3dd63157608_0_3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3dd63157608_0_3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dd63157608_0_3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3dd63157608_0_3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5" name="Shape 55"/>
        <p:cNvGrpSpPr/>
        <p:nvPr/>
      </p:nvGrpSpPr>
      <p:grpSpPr>
        <a:xfrm>
          <a:off x="0" y="0"/>
          <a:ext cx="0" cy="0"/>
          <a:chOff x="0" y="0"/>
          <a:chExt cx="0" cy="0"/>
        </a:xfrm>
      </p:grpSpPr>
      <p:sp>
        <p:nvSpPr>
          <p:cNvPr id="56" name="Google Shape;56;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8" name="Google Shape;58;p14"/>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59" name="Google Shape;59;p14"/>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60" name="Google Shape;60;p14"/>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1" name="Shape 61"/>
        <p:cNvGrpSpPr/>
        <p:nvPr/>
      </p:nvGrpSpPr>
      <p:grpSpPr>
        <a:xfrm>
          <a:off x="0" y="0"/>
          <a:ext cx="0" cy="0"/>
          <a:chOff x="0" y="0"/>
          <a:chExt cx="0" cy="0"/>
        </a:xfrm>
      </p:grpSpPr>
      <p:sp>
        <p:nvSpPr>
          <p:cNvPr id="62" name="Google Shape;62;p1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3" name="Google Shape;63;p1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4" name="Google Shape;6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66" name="Google Shape;66;p15"/>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67" name="Google Shape;67;p15"/>
          <p:cNvSpPr txBox="1"/>
          <p:nvPr>
            <p:ph type="title"/>
          </p:nvPr>
        </p:nvSpPr>
        <p:spPr>
          <a:xfrm>
            <a:off x="0" y="0"/>
            <a:ext cx="6710400" cy="3477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 name="Shape 68"/>
        <p:cNvGrpSpPr/>
        <p:nvPr/>
      </p:nvGrpSpPr>
      <p:grpSpPr>
        <a:xfrm>
          <a:off x="0" y="0"/>
          <a:ext cx="0" cy="0"/>
          <a:chOff x="0" y="0"/>
          <a:chExt cx="0" cy="0"/>
        </a:xfrm>
      </p:grpSpPr>
      <p:sp>
        <p:nvSpPr>
          <p:cNvPr id="69" name="Google Shape;6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70" name="Google Shape;70;p16"/>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71" name="Google Shape;71;p16"/>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sp>
        <p:nvSpPr>
          <p:cNvPr id="72" name="Google Shape;72;p16"/>
          <p:cNvSpPr txBox="1"/>
          <p:nvPr>
            <p:ph type="title"/>
          </p:nvPr>
        </p:nvSpPr>
        <p:spPr>
          <a:xfrm>
            <a:off x="0" y="-11550"/>
            <a:ext cx="6677100" cy="4002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5" name="Google Shape;75;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6" name="Google Shape;76;p17"/>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77" name="Google Shape;77;p17"/>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78" name="Google Shape;78;p17"/>
          <p:cNvSpPr txBox="1"/>
          <p:nvPr>
            <p:ph type="title"/>
          </p:nvPr>
        </p:nvSpPr>
        <p:spPr>
          <a:xfrm>
            <a:off x="0" y="0"/>
            <a:ext cx="6677100" cy="393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9" name="Shape 79"/>
        <p:cNvGrpSpPr/>
        <p:nvPr/>
      </p:nvGrpSpPr>
      <p:grpSpPr>
        <a:xfrm>
          <a:off x="0" y="0"/>
          <a:ext cx="0" cy="0"/>
          <a:chOff x="0" y="0"/>
          <a:chExt cx="0" cy="0"/>
        </a:xfrm>
      </p:grpSpPr>
      <p:sp>
        <p:nvSpPr>
          <p:cNvPr id="80" name="Google Shape;80;p1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1" name="Google Shape;81;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2" name="Shape 82"/>
        <p:cNvGrpSpPr/>
        <p:nvPr/>
      </p:nvGrpSpPr>
      <p:grpSpPr>
        <a:xfrm>
          <a:off x="0" y="0"/>
          <a:ext cx="0" cy="0"/>
          <a:chOff x="0" y="0"/>
          <a:chExt cx="0" cy="0"/>
        </a:xfrm>
      </p:grpSpPr>
      <p:sp>
        <p:nvSpPr>
          <p:cNvPr id="83" name="Google Shape;83;p1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5" name="Google Shape;85;p1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6" name="Google Shape;86;p1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7" name="Google Shape;87;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20"/>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91" name="Google Shape;91;p20"/>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92" name="Google Shape;92;p20"/>
          <p:cNvSpPr txBox="1"/>
          <p:nvPr>
            <p:ph idx="1" type="body"/>
          </p:nvPr>
        </p:nvSpPr>
        <p:spPr>
          <a:xfrm>
            <a:off x="0" y="0"/>
            <a:ext cx="6677100" cy="347700"/>
          </a:xfrm>
          <a:prstGeom prst="rect">
            <a:avLst/>
          </a:prstGeom>
          <a:noFill/>
          <a:ln>
            <a:noFill/>
          </a:ln>
        </p:spPr>
        <p:txBody>
          <a:bodyPr anchorCtr="0" anchor="ctr" bIns="91425" lIns="91425" spcFirstLastPara="1" rIns="91425" wrap="square" tIns="91425">
            <a:normAutofit/>
          </a:bodyPr>
          <a:lstStyle>
            <a:lvl1pPr indent="-228600" lvl="0" marL="457200" algn="ctr">
              <a:lnSpc>
                <a:spcPct val="100000"/>
              </a:lnSpc>
              <a:spcBef>
                <a:spcPts val="0"/>
              </a:spcBef>
              <a:spcAft>
                <a:spcPts val="0"/>
              </a:spcAft>
              <a:buSzPts val="1800"/>
              <a:buNone/>
              <a:defRPr b="1"/>
            </a:lvl1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3" name="Shape 93"/>
        <p:cNvGrpSpPr/>
        <p:nvPr/>
      </p:nvGrpSpPr>
      <p:grpSpPr>
        <a:xfrm>
          <a:off x="0" y="0"/>
          <a:ext cx="0" cy="0"/>
          <a:chOff x="0" y="0"/>
          <a:chExt cx="0" cy="0"/>
        </a:xfrm>
      </p:grpSpPr>
      <p:sp>
        <p:nvSpPr>
          <p:cNvPr id="94" name="Google Shape;94;p2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5" name="Google Shape;95;p2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6" name="Google Shape;96;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97" name="Google Shape;97;p21"/>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00" name="Google Shape;100;p22"/>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1" name="Shape 101"/>
        <p:cNvGrpSpPr/>
        <p:nvPr/>
      </p:nvGrpSpPr>
      <p:grpSpPr>
        <a:xfrm>
          <a:off x="0" y="0"/>
          <a:ext cx="0" cy="0"/>
          <a:chOff x="0" y="0"/>
          <a:chExt cx="0" cy="0"/>
        </a:xfrm>
      </p:grpSpPr>
      <p:sp>
        <p:nvSpPr>
          <p:cNvPr id="102" name="Google Shape;102;p2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03" name="Google Shape;103;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4" name="Shape 104"/>
        <p:cNvGrpSpPr/>
        <p:nvPr/>
      </p:nvGrpSpPr>
      <p:grpSpPr>
        <a:xfrm>
          <a:off x="0" y="0"/>
          <a:ext cx="0" cy="0"/>
          <a:chOff x="0" y="0"/>
          <a:chExt cx="0" cy="0"/>
        </a:xfrm>
      </p:grpSpPr>
      <p:sp>
        <p:nvSpPr>
          <p:cNvPr id="105" name="Google Shape;105;p2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6" name="Google Shape;106;p2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7" name="Google Shape;107;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3" name="Shape 113"/>
        <p:cNvGrpSpPr/>
        <p:nvPr/>
      </p:nvGrpSpPr>
      <p:grpSpPr>
        <a:xfrm>
          <a:off x="0" y="0"/>
          <a:ext cx="0" cy="0"/>
          <a:chOff x="0" y="0"/>
          <a:chExt cx="0" cy="0"/>
        </a:xfrm>
      </p:grpSpPr>
      <p:sp>
        <p:nvSpPr>
          <p:cNvPr id="114" name="Google Shape;114;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5" name="Google Shape;115;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6" name="Google Shape;11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7" name="Shape 117"/>
        <p:cNvGrpSpPr/>
        <p:nvPr/>
      </p:nvGrpSpPr>
      <p:grpSpPr>
        <a:xfrm>
          <a:off x="0" y="0"/>
          <a:ext cx="0" cy="0"/>
          <a:chOff x="0" y="0"/>
          <a:chExt cx="0" cy="0"/>
        </a:xfrm>
      </p:grpSpPr>
      <p:sp>
        <p:nvSpPr>
          <p:cNvPr id="118" name="Google Shape;118;p2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19" name="Google Shape;119;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0" name="Shape 120"/>
        <p:cNvGrpSpPr/>
        <p:nvPr/>
      </p:nvGrpSpPr>
      <p:grpSpPr>
        <a:xfrm>
          <a:off x="0" y="0"/>
          <a:ext cx="0" cy="0"/>
          <a:chOff x="0" y="0"/>
          <a:chExt cx="0" cy="0"/>
        </a:xfrm>
      </p:grpSpPr>
      <p:sp>
        <p:nvSpPr>
          <p:cNvPr id="121" name="Google Shape;121;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2" name="Google Shape;122;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p28"/>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124" name="Google Shape;124;p28"/>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125" name="Google Shape;125;p28"/>
          <p:cNvSpPr txBox="1"/>
          <p:nvPr>
            <p:ph type="title"/>
          </p:nvPr>
        </p:nvSpPr>
        <p:spPr>
          <a:xfrm>
            <a:off x="24450" y="0"/>
            <a:ext cx="6628200" cy="377100"/>
          </a:xfrm>
          <a:prstGeom prst="rect">
            <a:avLst/>
          </a:prstGeom>
        </p:spPr>
        <p:txBody>
          <a:bodyPr anchorCtr="0" anchor="t"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b="1" sz="1800"/>
            </a:lvl2pPr>
            <a:lvl3pPr lvl="2" algn="ctr">
              <a:spcBef>
                <a:spcPts val="0"/>
              </a:spcBef>
              <a:spcAft>
                <a:spcPts val="0"/>
              </a:spcAft>
              <a:buSzPts val="1800"/>
              <a:buNone/>
              <a:defRPr b="1" sz="1800"/>
            </a:lvl3pPr>
            <a:lvl4pPr lvl="3" algn="ctr">
              <a:spcBef>
                <a:spcPts val="0"/>
              </a:spcBef>
              <a:spcAft>
                <a:spcPts val="0"/>
              </a:spcAft>
              <a:buSzPts val="1800"/>
              <a:buNone/>
              <a:defRPr b="1" sz="1800"/>
            </a:lvl4pPr>
            <a:lvl5pPr lvl="4" algn="ctr">
              <a:spcBef>
                <a:spcPts val="0"/>
              </a:spcBef>
              <a:spcAft>
                <a:spcPts val="0"/>
              </a:spcAft>
              <a:buSzPts val="1800"/>
              <a:buNone/>
              <a:defRPr b="1" sz="1800"/>
            </a:lvl5pPr>
            <a:lvl6pPr lvl="5" algn="ctr">
              <a:spcBef>
                <a:spcPts val="0"/>
              </a:spcBef>
              <a:spcAft>
                <a:spcPts val="0"/>
              </a:spcAft>
              <a:buSzPts val="1800"/>
              <a:buNone/>
              <a:defRPr b="1" sz="1800"/>
            </a:lvl6pPr>
            <a:lvl7pPr lvl="6" algn="ctr">
              <a:spcBef>
                <a:spcPts val="0"/>
              </a:spcBef>
              <a:spcAft>
                <a:spcPts val="0"/>
              </a:spcAft>
              <a:buSzPts val="1800"/>
              <a:buNone/>
              <a:defRPr b="1" sz="1800"/>
            </a:lvl7pPr>
            <a:lvl8pPr lvl="7" algn="ctr">
              <a:spcBef>
                <a:spcPts val="0"/>
              </a:spcBef>
              <a:spcAft>
                <a:spcPts val="0"/>
              </a:spcAft>
              <a:buSzPts val="1800"/>
              <a:buNone/>
              <a:defRPr b="1" sz="1800"/>
            </a:lvl8pPr>
            <a:lvl9pPr lvl="8" algn="ctr">
              <a:spcBef>
                <a:spcPts val="0"/>
              </a:spcBef>
              <a:spcAft>
                <a:spcPts val="0"/>
              </a:spcAft>
              <a:buSzPts val="1800"/>
              <a:buNone/>
              <a:defRPr b="1" sz="1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6" name="Shape 126"/>
        <p:cNvGrpSpPr/>
        <p:nvPr/>
      </p:nvGrpSpPr>
      <p:grpSpPr>
        <a:xfrm>
          <a:off x="0" y="0"/>
          <a:ext cx="0" cy="0"/>
          <a:chOff x="0" y="0"/>
          <a:chExt cx="0" cy="0"/>
        </a:xfrm>
      </p:grpSpPr>
      <p:sp>
        <p:nvSpPr>
          <p:cNvPr id="127" name="Google Shape;127;p2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28" name="Google Shape;128;p2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29" name="Google Shape;129;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0" name="Google Shape;130;p29"/>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131" name="Google Shape;131;p29"/>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132" name="Google Shape;132;p29"/>
          <p:cNvSpPr txBox="1"/>
          <p:nvPr>
            <p:ph type="title"/>
          </p:nvPr>
        </p:nvSpPr>
        <p:spPr>
          <a:xfrm>
            <a:off x="0" y="0"/>
            <a:ext cx="6710400" cy="347700"/>
          </a:xfrm>
          <a:prstGeom prst="rect">
            <a:avLst/>
          </a:prstGeom>
        </p:spPr>
        <p:txBody>
          <a:bodyPr anchorCtr="0" anchor="t"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3" name="Shape 133"/>
        <p:cNvGrpSpPr/>
        <p:nvPr/>
      </p:nvGrpSpPr>
      <p:grpSpPr>
        <a:xfrm>
          <a:off x="0" y="0"/>
          <a:ext cx="0" cy="0"/>
          <a:chOff x="0" y="0"/>
          <a:chExt cx="0" cy="0"/>
        </a:xfrm>
      </p:grpSpPr>
      <p:sp>
        <p:nvSpPr>
          <p:cNvPr id="134" name="Google Shape;134;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35" name="Google Shape;135;p30"/>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136" name="Google Shape;136;p30"/>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sp>
        <p:nvSpPr>
          <p:cNvPr id="137" name="Google Shape;137;p30"/>
          <p:cNvSpPr txBox="1"/>
          <p:nvPr>
            <p:ph type="title"/>
          </p:nvPr>
        </p:nvSpPr>
        <p:spPr>
          <a:xfrm>
            <a:off x="0" y="-11550"/>
            <a:ext cx="6677100" cy="400200"/>
          </a:xfrm>
          <a:prstGeom prst="rect">
            <a:avLst/>
          </a:prstGeom>
        </p:spPr>
        <p:txBody>
          <a:bodyPr anchorCtr="0" anchor="t"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b="1" sz="1800"/>
            </a:lvl2pPr>
            <a:lvl3pPr lvl="2" algn="ctr">
              <a:spcBef>
                <a:spcPts val="0"/>
              </a:spcBef>
              <a:spcAft>
                <a:spcPts val="0"/>
              </a:spcAft>
              <a:buSzPts val="1800"/>
              <a:buNone/>
              <a:defRPr b="1" sz="1800"/>
            </a:lvl3pPr>
            <a:lvl4pPr lvl="3" algn="ctr">
              <a:spcBef>
                <a:spcPts val="0"/>
              </a:spcBef>
              <a:spcAft>
                <a:spcPts val="0"/>
              </a:spcAft>
              <a:buSzPts val="1800"/>
              <a:buNone/>
              <a:defRPr b="1" sz="1800"/>
            </a:lvl4pPr>
            <a:lvl5pPr lvl="4" algn="ctr">
              <a:spcBef>
                <a:spcPts val="0"/>
              </a:spcBef>
              <a:spcAft>
                <a:spcPts val="0"/>
              </a:spcAft>
              <a:buSzPts val="1800"/>
              <a:buNone/>
              <a:defRPr b="1" sz="1800"/>
            </a:lvl5pPr>
            <a:lvl6pPr lvl="5" algn="ctr">
              <a:spcBef>
                <a:spcPts val="0"/>
              </a:spcBef>
              <a:spcAft>
                <a:spcPts val="0"/>
              </a:spcAft>
              <a:buSzPts val="1800"/>
              <a:buNone/>
              <a:defRPr b="1" sz="1800"/>
            </a:lvl6pPr>
            <a:lvl7pPr lvl="6" algn="ctr">
              <a:spcBef>
                <a:spcPts val="0"/>
              </a:spcBef>
              <a:spcAft>
                <a:spcPts val="0"/>
              </a:spcAft>
              <a:buSzPts val="1800"/>
              <a:buNone/>
              <a:defRPr b="1" sz="1800"/>
            </a:lvl7pPr>
            <a:lvl8pPr lvl="7" algn="ctr">
              <a:spcBef>
                <a:spcPts val="0"/>
              </a:spcBef>
              <a:spcAft>
                <a:spcPts val="0"/>
              </a:spcAft>
              <a:buSzPts val="1800"/>
              <a:buNone/>
              <a:defRPr b="1" sz="1800"/>
            </a:lvl8pPr>
            <a:lvl9pPr lvl="8" algn="ctr">
              <a:spcBef>
                <a:spcPts val="0"/>
              </a:spcBef>
              <a:spcAft>
                <a:spcPts val="0"/>
              </a:spcAft>
              <a:buSzPts val="1800"/>
              <a:buNone/>
              <a:defRPr b="1"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8" name="Shape 138"/>
        <p:cNvGrpSpPr/>
        <p:nvPr/>
      </p:nvGrpSpPr>
      <p:grpSpPr>
        <a:xfrm>
          <a:off x="0" y="0"/>
          <a:ext cx="0" cy="0"/>
          <a:chOff x="0" y="0"/>
          <a:chExt cx="0" cy="0"/>
        </a:xfrm>
      </p:grpSpPr>
      <p:sp>
        <p:nvSpPr>
          <p:cNvPr id="139" name="Google Shape;139;p31"/>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0" name="Google Shape;140;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31"/>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142" name="Google Shape;142;p31"/>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143" name="Google Shape;143;p31"/>
          <p:cNvSpPr txBox="1"/>
          <p:nvPr>
            <p:ph type="title"/>
          </p:nvPr>
        </p:nvSpPr>
        <p:spPr>
          <a:xfrm>
            <a:off x="0" y="0"/>
            <a:ext cx="6677100" cy="39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b="1" sz="1800"/>
            </a:lvl2pPr>
            <a:lvl3pPr lvl="2" algn="ctr">
              <a:spcBef>
                <a:spcPts val="0"/>
              </a:spcBef>
              <a:spcAft>
                <a:spcPts val="0"/>
              </a:spcAft>
              <a:buSzPts val="1800"/>
              <a:buNone/>
              <a:defRPr b="1" sz="1800"/>
            </a:lvl3pPr>
            <a:lvl4pPr lvl="3" algn="ctr">
              <a:spcBef>
                <a:spcPts val="0"/>
              </a:spcBef>
              <a:spcAft>
                <a:spcPts val="0"/>
              </a:spcAft>
              <a:buSzPts val="1800"/>
              <a:buNone/>
              <a:defRPr b="1" sz="1800"/>
            </a:lvl4pPr>
            <a:lvl5pPr lvl="4" algn="ctr">
              <a:spcBef>
                <a:spcPts val="0"/>
              </a:spcBef>
              <a:spcAft>
                <a:spcPts val="0"/>
              </a:spcAft>
              <a:buSzPts val="1800"/>
              <a:buNone/>
              <a:defRPr b="1" sz="1800"/>
            </a:lvl5pPr>
            <a:lvl6pPr lvl="5" algn="ctr">
              <a:spcBef>
                <a:spcPts val="0"/>
              </a:spcBef>
              <a:spcAft>
                <a:spcPts val="0"/>
              </a:spcAft>
              <a:buSzPts val="1800"/>
              <a:buNone/>
              <a:defRPr b="1" sz="1800"/>
            </a:lvl6pPr>
            <a:lvl7pPr lvl="6" algn="ctr">
              <a:spcBef>
                <a:spcPts val="0"/>
              </a:spcBef>
              <a:spcAft>
                <a:spcPts val="0"/>
              </a:spcAft>
              <a:buSzPts val="1800"/>
              <a:buNone/>
              <a:defRPr b="1" sz="1800"/>
            </a:lvl7pPr>
            <a:lvl8pPr lvl="7" algn="ctr">
              <a:spcBef>
                <a:spcPts val="0"/>
              </a:spcBef>
              <a:spcAft>
                <a:spcPts val="0"/>
              </a:spcAft>
              <a:buSzPts val="1800"/>
              <a:buNone/>
              <a:defRPr b="1" sz="1800"/>
            </a:lvl8pPr>
            <a:lvl9pPr lvl="8" algn="ctr">
              <a:spcBef>
                <a:spcPts val="0"/>
              </a:spcBef>
              <a:spcAft>
                <a:spcPts val="0"/>
              </a:spcAft>
              <a:buSzPts val="1800"/>
              <a:buNone/>
              <a:defRPr b="1"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4" name="Shape 144"/>
        <p:cNvGrpSpPr/>
        <p:nvPr/>
      </p:nvGrpSpPr>
      <p:grpSpPr>
        <a:xfrm>
          <a:off x="0" y="0"/>
          <a:ext cx="0" cy="0"/>
          <a:chOff x="0" y="0"/>
          <a:chExt cx="0" cy="0"/>
        </a:xfrm>
      </p:grpSpPr>
      <p:sp>
        <p:nvSpPr>
          <p:cNvPr id="145" name="Google Shape;145;p32"/>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46" name="Google Shape;14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7" name="Shape 147"/>
        <p:cNvGrpSpPr/>
        <p:nvPr/>
      </p:nvGrpSpPr>
      <p:grpSpPr>
        <a:xfrm>
          <a:off x="0" y="0"/>
          <a:ext cx="0" cy="0"/>
          <a:chOff x="0" y="0"/>
          <a:chExt cx="0" cy="0"/>
        </a:xfrm>
      </p:grpSpPr>
      <p:sp>
        <p:nvSpPr>
          <p:cNvPr id="148" name="Google Shape;148;p3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3"/>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50" name="Google Shape;150;p33"/>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51" name="Google Shape;151;p33"/>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52" name="Google Shape;152;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3" name="Shape 153"/>
        <p:cNvGrpSpPr/>
        <p:nvPr/>
      </p:nvGrpSpPr>
      <p:grpSpPr>
        <a:xfrm>
          <a:off x="0" y="0"/>
          <a:ext cx="0" cy="0"/>
          <a:chOff x="0" y="0"/>
          <a:chExt cx="0" cy="0"/>
        </a:xfrm>
      </p:grpSpPr>
      <p:sp>
        <p:nvSpPr>
          <p:cNvPr id="154" name="Google Shape;154;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5" name="Google Shape;155;p34"/>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156" name="Google Shape;156;p34"/>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157" name="Google Shape;157;p34"/>
          <p:cNvSpPr txBox="1"/>
          <p:nvPr>
            <p:ph idx="1" type="body"/>
          </p:nvPr>
        </p:nvSpPr>
        <p:spPr>
          <a:xfrm>
            <a:off x="0" y="0"/>
            <a:ext cx="6677100" cy="347700"/>
          </a:xfrm>
          <a:prstGeom prst="rect">
            <a:avLst/>
          </a:prstGeom>
        </p:spPr>
        <p:txBody>
          <a:bodyPr anchorCtr="0" anchor="ctr" bIns="91425" lIns="91425" spcFirstLastPara="1" rIns="91425" wrap="square" tIns="91425">
            <a:normAutofit/>
          </a:bodyPr>
          <a:lstStyle>
            <a:lvl1pPr indent="-228600" lvl="0" marL="457200" algn="ctr">
              <a:lnSpc>
                <a:spcPct val="100000"/>
              </a:lnSpc>
              <a:spcBef>
                <a:spcPts val="0"/>
              </a:spcBef>
              <a:spcAft>
                <a:spcPts val="0"/>
              </a:spcAft>
              <a:buSzPts val="1800"/>
              <a:buNone/>
              <a:defRPr b="1"/>
            </a:lvl1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8" name="Shape 158"/>
        <p:cNvGrpSpPr/>
        <p:nvPr/>
      </p:nvGrpSpPr>
      <p:grpSpPr>
        <a:xfrm>
          <a:off x="0" y="0"/>
          <a:ext cx="0" cy="0"/>
          <a:chOff x="0" y="0"/>
          <a:chExt cx="0" cy="0"/>
        </a:xfrm>
      </p:grpSpPr>
      <p:sp>
        <p:nvSpPr>
          <p:cNvPr id="159" name="Google Shape;159;p3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60" name="Google Shape;160;p35"/>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61" name="Google Shape;161;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62" name="Google Shape;162;p35"/>
          <p:cNvPicPr preferRelativeResize="0"/>
          <p:nvPr/>
        </p:nvPicPr>
        <p:blipFill>
          <a:blip r:embed="rId2">
            <a:alphaModFix/>
          </a:blip>
          <a:stretch>
            <a:fillRect/>
          </a:stretch>
        </p:blipFill>
        <p:spPr>
          <a:xfrm>
            <a:off x="7271125" y="-57150"/>
            <a:ext cx="1773200" cy="58550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3" name="Shape 163"/>
        <p:cNvGrpSpPr/>
        <p:nvPr/>
      </p:nvGrpSpPr>
      <p:grpSpPr>
        <a:xfrm>
          <a:off x="0" y="0"/>
          <a:ext cx="0" cy="0"/>
          <a:chOff x="0" y="0"/>
          <a:chExt cx="0" cy="0"/>
        </a:xfrm>
      </p:grpSpPr>
      <p:sp>
        <p:nvSpPr>
          <p:cNvPr id="164" name="Google Shape;164;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65" name="Google Shape;165;p36"/>
          <p:cNvPicPr preferRelativeResize="0"/>
          <p:nvPr/>
        </p:nvPicPr>
        <p:blipFill>
          <a:blip r:embed="rId2">
            <a:alphaModFix/>
          </a:blip>
          <a:stretch>
            <a:fillRect/>
          </a:stretch>
        </p:blipFill>
        <p:spPr>
          <a:xfrm>
            <a:off x="7271125" y="-57150"/>
            <a:ext cx="1773200" cy="5855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1" name="Shape 171"/>
        <p:cNvGrpSpPr/>
        <p:nvPr/>
      </p:nvGrpSpPr>
      <p:grpSpPr>
        <a:xfrm>
          <a:off x="0" y="0"/>
          <a:ext cx="0" cy="0"/>
          <a:chOff x="0" y="0"/>
          <a:chExt cx="0" cy="0"/>
        </a:xfrm>
      </p:grpSpPr>
      <p:sp>
        <p:nvSpPr>
          <p:cNvPr id="172" name="Google Shape;172;p3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73" name="Google Shape;173;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38"/>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175" name="Google Shape;175;p38"/>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176" name="Google Shape;176;p38"/>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7" name="Shape 177"/>
        <p:cNvGrpSpPr/>
        <p:nvPr/>
      </p:nvGrpSpPr>
      <p:grpSpPr>
        <a:xfrm>
          <a:off x="0" y="0"/>
          <a:ext cx="0" cy="0"/>
          <a:chOff x="0" y="0"/>
          <a:chExt cx="0" cy="0"/>
        </a:xfrm>
      </p:grpSpPr>
      <p:sp>
        <p:nvSpPr>
          <p:cNvPr id="178" name="Google Shape;178;p3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9" name="Google Shape;179;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0" name="Shape 180"/>
        <p:cNvGrpSpPr/>
        <p:nvPr/>
      </p:nvGrpSpPr>
      <p:grpSpPr>
        <a:xfrm>
          <a:off x="0" y="0"/>
          <a:ext cx="0" cy="0"/>
          <a:chOff x="0" y="0"/>
          <a:chExt cx="0" cy="0"/>
        </a:xfrm>
      </p:grpSpPr>
      <p:sp>
        <p:nvSpPr>
          <p:cNvPr id="181" name="Google Shape;181;p4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82" name="Google Shape;182;p4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83" name="Google Shape;183;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40"/>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185" name="Google Shape;185;p40"/>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186" name="Google Shape;186;p40"/>
          <p:cNvSpPr txBox="1"/>
          <p:nvPr>
            <p:ph type="title"/>
          </p:nvPr>
        </p:nvSpPr>
        <p:spPr>
          <a:xfrm>
            <a:off x="0" y="0"/>
            <a:ext cx="6710400" cy="3477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7" name="Shape 187"/>
        <p:cNvGrpSpPr/>
        <p:nvPr/>
      </p:nvGrpSpPr>
      <p:grpSpPr>
        <a:xfrm>
          <a:off x="0" y="0"/>
          <a:ext cx="0" cy="0"/>
          <a:chOff x="0" y="0"/>
          <a:chExt cx="0" cy="0"/>
        </a:xfrm>
      </p:grpSpPr>
      <p:sp>
        <p:nvSpPr>
          <p:cNvPr id="188" name="Google Shape;188;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89" name="Google Shape;189;p41"/>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190" name="Google Shape;190;p41"/>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sp>
        <p:nvSpPr>
          <p:cNvPr id="191" name="Google Shape;191;p41"/>
          <p:cNvSpPr txBox="1"/>
          <p:nvPr>
            <p:ph type="title"/>
          </p:nvPr>
        </p:nvSpPr>
        <p:spPr>
          <a:xfrm>
            <a:off x="0" y="-11550"/>
            <a:ext cx="6677100" cy="4002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92" name="Shape 192"/>
        <p:cNvGrpSpPr/>
        <p:nvPr/>
      </p:nvGrpSpPr>
      <p:grpSpPr>
        <a:xfrm>
          <a:off x="0" y="0"/>
          <a:ext cx="0" cy="0"/>
          <a:chOff x="0" y="0"/>
          <a:chExt cx="0" cy="0"/>
        </a:xfrm>
      </p:grpSpPr>
      <p:sp>
        <p:nvSpPr>
          <p:cNvPr id="193" name="Google Shape;193;p4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94" name="Google Shape;194;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95" name="Google Shape;195;p42"/>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196" name="Google Shape;196;p42"/>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197" name="Google Shape;197;p42"/>
          <p:cNvSpPr txBox="1"/>
          <p:nvPr>
            <p:ph type="title"/>
          </p:nvPr>
        </p:nvSpPr>
        <p:spPr>
          <a:xfrm>
            <a:off x="0" y="0"/>
            <a:ext cx="6677100" cy="393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98" name="Shape 198"/>
        <p:cNvGrpSpPr/>
        <p:nvPr/>
      </p:nvGrpSpPr>
      <p:grpSpPr>
        <a:xfrm>
          <a:off x="0" y="0"/>
          <a:ext cx="0" cy="0"/>
          <a:chOff x="0" y="0"/>
          <a:chExt cx="0" cy="0"/>
        </a:xfrm>
      </p:grpSpPr>
      <p:sp>
        <p:nvSpPr>
          <p:cNvPr id="199" name="Google Shape;199;p4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00" name="Google Shape;200;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01" name="Shape 201"/>
        <p:cNvGrpSpPr/>
        <p:nvPr/>
      </p:nvGrpSpPr>
      <p:grpSpPr>
        <a:xfrm>
          <a:off x="0" y="0"/>
          <a:ext cx="0" cy="0"/>
          <a:chOff x="0" y="0"/>
          <a:chExt cx="0" cy="0"/>
        </a:xfrm>
      </p:grpSpPr>
      <p:sp>
        <p:nvSpPr>
          <p:cNvPr id="202" name="Google Shape;202;p4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4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04" name="Google Shape;204;p4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05" name="Google Shape;205;p4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6" name="Google Shape;206;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07" name="Shape 207"/>
        <p:cNvGrpSpPr/>
        <p:nvPr/>
      </p:nvGrpSpPr>
      <p:grpSpPr>
        <a:xfrm>
          <a:off x="0" y="0"/>
          <a:ext cx="0" cy="0"/>
          <a:chOff x="0" y="0"/>
          <a:chExt cx="0" cy="0"/>
        </a:xfrm>
      </p:grpSpPr>
      <p:sp>
        <p:nvSpPr>
          <p:cNvPr id="208" name="Google Shape;208;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9" name="Google Shape;209;p45"/>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210" name="Google Shape;210;p45"/>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211" name="Google Shape;211;p45"/>
          <p:cNvSpPr txBox="1"/>
          <p:nvPr>
            <p:ph idx="1" type="body"/>
          </p:nvPr>
        </p:nvSpPr>
        <p:spPr>
          <a:xfrm>
            <a:off x="0" y="0"/>
            <a:ext cx="6677100" cy="347700"/>
          </a:xfrm>
          <a:prstGeom prst="rect">
            <a:avLst/>
          </a:prstGeom>
          <a:noFill/>
          <a:ln>
            <a:noFill/>
          </a:ln>
        </p:spPr>
        <p:txBody>
          <a:bodyPr anchorCtr="0" anchor="ctr" bIns="91425" lIns="91425" spcFirstLastPara="1" rIns="91425" wrap="square" tIns="91425">
            <a:normAutofit/>
          </a:bodyPr>
          <a:lstStyle>
            <a:lvl1pPr indent="-228600" lvl="0" marL="457200" algn="ctr">
              <a:lnSpc>
                <a:spcPct val="100000"/>
              </a:lnSpc>
              <a:spcBef>
                <a:spcPts val="0"/>
              </a:spcBef>
              <a:spcAft>
                <a:spcPts val="0"/>
              </a:spcAft>
              <a:buSzPts val="1800"/>
              <a:buNone/>
              <a:defRPr b="1"/>
            </a:lvl1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12" name="Shape 212"/>
        <p:cNvGrpSpPr/>
        <p:nvPr/>
      </p:nvGrpSpPr>
      <p:grpSpPr>
        <a:xfrm>
          <a:off x="0" y="0"/>
          <a:ext cx="0" cy="0"/>
          <a:chOff x="0" y="0"/>
          <a:chExt cx="0" cy="0"/>
        </a:xfrm>
      </p:grpSpPr>
      <p:sp>
        <p:nvSpPr>
          <p:cNvPr id="213" name="Google Shape;213;p4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214" name="Google Shape;214;p4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215" name="Google Shape;215;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16" name="Google Shape;216;p46"/>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7" name="Shape 217"/>
        <p:cNvGrpSpPr/>
        <p:nvPr/>
      </p:nvGrpSpPr>
      <p:grpSpPr>
        <a:xfrm>
          <a:off x="0" y="0"/>
          <a:ext cx="0" cy="0"/>
          <a:chOff x="0" y="0"/>
          <a:chExt cx="0" cy="0"/>
        </a:xfrm>
      </p:grpSpPr>
      <p:sp>
        <p:nvSpPr>
          <p:cNvPr id="218" name="Google Shape;218;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19" name="Google Shape;219;p47"/>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5" name="Shape 225"/>
        <p:cNvGrpSpPr/>
        <p:nvPr/>
      </p:nvGrpSpPr>
      <p:grpSpPr>
        <a:xfrm>
          <a:off x="0" y="0"/>
          <a:ext cx="0" cy="0"/>
          <a:chOff x="0" y="0"/>
          <a:chExt cx="0" cy="0"/>
        </a:xfrm>
      </p:grpSpPr>
      <p:sp>
        <p:nvSpPr>
          <p:cNvPr id="226" name="Google Shape;226;p4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27" name="Google Shape;227;p4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28" name="Google Shape;228;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9" name="Shape 229"/>
        <p:cNvGrpSpPr/>
        <p:nvPr/>
      </p:nvGrpSpPr>
      <p:grpSpPr>
        <a:xfrm>
          <a:off x="0" y="0"/>
          <a:ext cx="0" cy="0"/>
          <a:chOff x="0" y="0"/>
          <a:chExt cx="0" cy="0"/>
        </a:xfrm>
      </p:grpSpPr>
      <p:sp>
        <p:nvSpPr>
          <p:cNvPr id="230" name="Google Shape;230;p5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31" name="Google Shape;231;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2" name="Shape 232"/>
        <p:cNvGrpSpPr/>
        <p:nvPr/>
      </p:nvGrpSpPr>
      <p:grpSpPr>
        <a:xfrm>
          <a:off x="0" y="0"/>
          <a:ext cx="0" cy="0"/>
          <a:chOff x="0" y="0"/>
          <a:chExt cx="0" cy="0"/>
        </a:xfrm>
      </p:grpSpPr>
      <p:sp>
        <p:nvSpPr>
          <p:cNvPr id="233" name="Google Shape;233;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4" name="Google Shape;234;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35" name="Google Shape;235;p51"/>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236" name="Google Shape;236;p51"/>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237" name="Google Shape;237;p51"/>
          <p:cNvSpPr txBox="1"/>
          <p:nvPr>
            <p:ph type="title"/>
          </p:nvPr>
        </p:nvSpPr>
        <p:spPr>
          <a:xfrm>
            <a:off x="24450" y="0"/>
            <a:ext cx="6628200" cy="377100"/>
          </a:xfrm>
          <a:prstGeom prst="rect">
            <a:avLst/>
          </a:prstGeom>
        </p:spPr>
        <p:txBody>
          <a:bodyPr anchorCtr="0" anchor="t"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b="1" sz="1800"/>
            </a:lvl2pPr>
            <a:lvl3pPr lvl="2" algn="ctr">
              <a:spcBef>
                <a:spcPts val="0"/>
              </a:spcBef>
              <a:spcAft>
                <a:spcPts val="0"/>
              </a:spcAft>
              <a:buSzPts val="1800"/>
              <a:buNone/>
              <a:defRPr b="1" sz="1800"/>
            </a:lvl3pPr>
            <a:lvl4pPr lvl="3" algn="ctr">
              <a:spcBef>
                <a:spcPts val="0"/>
              </a:spcBef>
              <a:spcAft>
                <a:spcPts val="0"/>
              </a:spcAft>
              <a:buSzPts val="1800"/>
              <a:buNone/>
              <a:defRPr b="1" sz="1800"/>
            </a:lvl4pPr>
            <a:lvl5pPr lvl="4" algn="ctr">
              <a:spcBef>
                <a:spcPts val="0"/>
              </a:spcBef>
              <a:spcAft>
                <a:spcPts val="0"/>
              </a:spcAft>
              <a:buSzPts val="1800"/>
              <a:buNone/>
              <a:defRPr b="1" sz="1800"/>
            </a:lvl5pPr>
            <a:lvl6pPr lvl="5" algn="ctr">
              <a:spcBef>
                <a:spcPts val="0"/>
              </a:spcBef>
              <a:spcAft>
                <a:spcPts val="0"/>
              </a:spcAft>
              <a:buSzPts val="1800"/>
              <a:buNone/>
              <a:defRPr b="1" sz="1800"/>
            </a:lvl6pPr>
            <a:lvl7pPr lvl="6" algn="ctr">
              <a:spcBef>
                <a:spcPts val="0"/>
              </a:spcBef>
              <a:spcAft>
                <a:spcPts val="0"/>
              </a:spcAft>
              <a:buSzPts val="1800"/>
              <a:buNone/>
              <a:defRPr b="1" sz="1800"/>
            </a:lvl7pPr>
            <a:lvl8pPr lvl="7" algn="ctr">
              <a:spcBef>
                <a:spcPts val="0"/>
              </a:spcBef>
              <a:spcAft>
                <a:spcPts val="0"/>
              </a:spcAft>
              <a:buSzPts val="1800"/>
              <a:buNone/>
              <a:defRPr b="1" sz="1800"/>
            </a:lvl8pPr>
            <a:lvl9pPr lvl="8" algn="ctr">
              <a:spcBef>
                <a:spcPts val="0"/>
              </a:spcBef>
              <a:spcAft>
                <a:spcPts val="0"/>
              </a:spcAft>
              <a:buSzPts val="1800"/>
              <a:buNone/>
              <a:defRPr b="1" sz="18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8" name="Shape 238"/>
        <p:cNvGrpSpPr/>
        <p:nvPr/>
      </p:nvGrpSpPr>
      <p:grpSpPr>
        <a:xfrm>
          <a:off x="0" y="0"/>
          <a:ext cx="0" cy="0"/>
          <a:chOff x="0" y="0"/>
          <a:chExt cx="0" cy="0"/>
        </a:xfrm>
      </p:grpSpPr>
      <p:sp>
        <p:nvSpPr>
          <p:cNvPr id="239" name="Google Shape;239;p52"/>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0" name="Google Shape;240;p52"/>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1" name="Google Shape;241;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42" name="Google Shape;242;p52"/>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243" name="Google Shape;243;p52"/>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244" name="Google Shape;244;p52"/>
          <p:cNvSpPr txBox="1"/>
          <p:nvPr>
            <p:ph type="title"/>
          </p:nvPr>
        </p:nvSpPr>
        <p:spPr>
          <a:xfrm>
            <a:off x="0" y="0"/>
            <a:ext cx="6710400" cy="347700"/>
          </a:xfrm>
          <a:prstGeom prst="rect">
            <a:avLst/>
          </a:prstGeom>
        </p:spPr>
        <p:txBody>
          <a:bodyPr anchorCtr="0" anchor="t"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5" name="Shape 245"/>
        <p:cNvGrpSpPr/>
        <p:nvPr/>
      </p:nvGrpSpPr>
      <p:grpSpPr>
        <a:xfrm>
          <a:off x="0" y="0"/>
          <a:ext cx="0" cy="0"/>
          <a:chOff x="0" y="0"/>
          <a:chExt cx="0" cy="0"/>
        </a:xfrm>
      </p:grpSpPr>
      <p:sp>
        <p:nvSpPr>
          <p:cNvPr id="246" name="Google Shape;246;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47" name="Google Shape;247;p53"/>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248" name="Google Shape;248;p53"/>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sp>
        <p:nvSpPr>
          <p:cNvPr id="249" name="Google Shape;249;p53"/>
          <p:cNvSpPr txBox="1"/>
          <p:nvPr>
            <p:ph type="title"/>
          </p:nvPr>
        </p:nvSpPr>
        <p:spPr>
          <a:xfrm>
            <a:off x="0" y="-11550"/>
            <a:ext cx="6677100" cy="400200"/>
          </a:xfrm>
          <a:prstGeom prst="rect">
            <a:avLst/>
          </a:prstGeom>
        </p:spPr>
        <p:txBody>
          <a:bodyPr anchorCtr="0" anchor="t"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b="1" sz="1800"/>
            </a:lvl2pPr>
            <a:lvl3pPr lvl="2" algn="ctr">
              <a:spcBef>
                <a:spcPts val="0"/>
              </a:spcBef>
              <a:spcAft>
                <a:spcPts val="0"/>
              </a:spcAft>
              <a:buSzPts val="1800"/>
              <a:buNone/>
              <a:defRPr b="1" sz="1800"/>
            </a:lvl3pPr>
            <a:lvl4pPr lvl="3" algn="ctr">
              <a:spcBef>
                <a:spcPts val="0"/>
              </a:spcBef>
              <a:spcAft>
                <a:spcPts val="0"/>
              </a:spcAft>
              <a:buSzPts val="1800"/>
              <a:buNone/>
              <a:defRPr b="1" sz="1800"/>
            </a:lvl4pPr>
            <a:lvl5pPr lvl="4" algn="ctr">
              <a:spcBef>
                <a:spcPts val="0"/>
              </a:spcBef>
              <a:spcAft>
                <a:spcPts val="0"/>
              </a:spcAft>
              <a:buSzPts val="1800"/>
              <a:buNone/>
              <a:defRPr b="1" sz="1800"/>
            </a:lvl5pPr>
            <a:lvl6pPr lvl="5" algn="ctr">
              <a:spcBef>
                <a:spcPts val="0"/>
              </a:spcBef>
              <a:spcAft>
                <a:spcPts val="0"/>
              </a:spcAft>
              <a:buSzPts val="1800"/>
              <a:buNone/>
              <a:defRPr b="1" sz="1800"/>
            </a:lvl6pPr>
            <a:lvl7pPr lvl="6" algn="ctr">
              <a:spcBef>
                <a:spcPts val="0"/>
              </a:spcBef>
              <a:spcAft>
                <a:spcPts val="0"/>
              </a:spcAft>
              <a:buSzPts val="1800"/>
              <a:buNone/>
              <a:defRPr b="1" sz="1800"/>
            </a:lvl7pPr>
            <a:lvl8pPr lvl="7" algn="ctr">
              <a:spcBef>
                <a:spcPts val="0"/>
              </a:spcBef>
              <a:spcAft>
                <a:spcPts val="0"/>
              </a:spcAft>
              <a:buSzPts val="1800"/>
              <a:buNone/>
              <a:defRPr b="1" sz="1800"/>
            </a:lvl8pPr>
            <a:lvl9pPr lvl="8" algn="ctr">
              <a:spcBef>
                <a:spcPts val="0"/>
              </a:spcBef>
              <a:spcAft>
                <a:spcPts val="0"/>
              </a:spcAft>
              <a:buSzPts val="1800"/>
              <a:buNone/>
              <a:defRPr b="1" sz="18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50" name="Shape 250"/>
        <p:cNvGrpSpPr/>
        <p:nvPr/>
      </p:nvGrpSpPr>
      <p:grpSpPr>
        <a:xfrm>
          <a:off x="0" y="0"/>
          <a:ext cx="0" cy="0"/>
          <a:chOff x="0" y="0"/>
          <a:chExt cx="0" cy="0"/>
        </a:xfrm>
      </p:grpSpPr>
      <p:sp>
        <p:nvSpPr>
          <p:cNvPr id="251" name="Google Shape;251;p54"/>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2" name="Google Shape;252;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3" name="Google Shape;253;p54"/>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254" name="Google Shape;254;p54"/>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255" name="Google Shape;255;p54"/>
          <p:cNvSpPr txBox="1"/>
          <p:nvPr>
            <p:ph type="title"/>
          </p:nvPr>
        </p:nvSpPr>
        <p:spPr>
          <a:xfrm>
            <a:off x="0" y="0"/>
            <a:ext cx="6677100" cy="39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b="1" sz="1800"/>
            </a:lvl2pPr>
            <a:lvl3pPr lvl="2" algn="ctr">
              <a:spcBef>
                <a:spcPts val="0"/>
              </a:spcBef>
              <a:spcAft>
                <a:spcPts val="0"/>
              </a:spcAft>
              <a:buSzPts val="1800"/>
              <a:buNone/>
              <a:defRPr b="1" sz="1800"/>
            </a:lvl3pPr>
            <a:lvl4pPr lvl="3" algn="ctr">
              <a:spcBef>
                <a:spcPts val="0"/>
              </a:spcBef>
              <a:spcAft>
                <a:spcPts val="0"/>
              </a:spcAft>
              <a:buSzPts val="1800"/>
              <a:buNone/>
              <a:defRPr b="1" sz="1800"/>
            </a:lvl4pPr>
            <a:lvl5pPr lvl="4" algn="ctr">
              <a:spcBef>
                <a:spcPts val="0"/>
              </a:spcBef>
              <a:spcAft>
                <a:spcPts val="0"/>
              </a:spcAft>
              <a:buSzPts val="1800"/>
              <a:buNone/>
              <a:defRPr b="1" sz="1800"/>
            </a:lvl5pPr>
            <a:lvl6pPr lvl="5" algn="ctr">
              <a:spcBef>
                <a:spcPts val="0"/>
              </a:spcBef>
              <a:spcAft>
                <a:spcPts val="0"/>
              </a:spcAft>
              <a:buSzPts val="1800"/>
              <a:buNone/>
              <a:defRPr b="1" sz="1800"/>
            </a:lvl6pPr>
            <a:lvl7pPr lvl="6" algn="ctr">
              <a:spcBef>
                <a:spcPts val="0"/>
              </a:spcBef>
              <a:spcAft>
                <a:spcPts val="0"/>
              </a:spcAft>
              <a:buSzPts val="1800"/>
              <a:buNone/>
              <a:defRPr b="1" sz="1800"/>
            </a:lvl7pPr>
            <a:lvl8pPr lvl="7" algn="ctr">
              <a:spcBef>
                <a:spcPts val="0"/>
              </a:spcBef>
              <a:spcAft>
                <a:spcPts val="0"/>
              </a:spcAft>
              <a:buSzPts val="1800"/>
              <a:buNone/>
              <a:defRPr b="1" sz="1800"/>
            </a:lvl8pPr>
            <a:lvl9pPr lvl="8" algn="ctr">
              <a:spcBef>
                <a:spcPts val="0"/>
              </a:spcBef>
              <a:spcAft>
                <a:spcPts val="0"/>
              </a:spcAft>
              <a:buSzPts val="1800"/>
              <a:buNone/>
              <a:defRPr b="1" sz="18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56" name="Shape 256"/>
        <p:cNvGrpSpPr/>
        <p:nvPr/>
      </p:nvGrpSpPr>
      <p:grpSpPr>
        <a:xfrm>
          <a:off x="0" y="0"/>
          <a:ext cx="0" cy="0"/>
          <a:chOff x="0" y="0"/>
          <a:chExt cx="0" cy="0"/>
        </a:xfrm>
      </p:grpSpPr>
      <p:sp>
        <p:nvSpPr>
          <p:cNvPr id="257" name="Google Shape;257;p55"/>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58" name="Google Shape;258;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9" name="Shape 259"/>
        <p:cNvGrpSpPr/>
        <p:nvPr/>
      </p:nvGrpSpPr>
      <p:grpSpPr>
        <a:xfrm>
          <a:off x="0" y="0"/>
          <a:ext cx="0" cy="0"/>
          <a:chOff x="0" y="0"/>
          <a:chExt cx="0" cy="0"/>
        </a:xfrm>
      </p:grpSpPr>
      <p:sp>
        <p:nvSpPr>
          <p:cNvPr id="260" name="Google Shape;260;p5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56"/>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62" name="Google Shape;262;p56"/>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63" name="Google Shape;263;p56"/>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4" name="Google Shape;264;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65" name="Shape 265"/>
        <p:cNvGrpSpPr/>
        <p:nvPr/>
      </p:nvGrpSpPr>
      <p:grpSpPr>
        <a:xfrm>
          <a:off x="0" y="0"/>
          <a:ext cx="0" cy="0"/>
          <a:chOff x="0" y="0"/>
          <a:chExt cx="0" cy="0"/>
        </a:xfrm>
      </p:grpSpPr>
      <p:sp>
        <p:nvSpPr>
          <p:cNvPr id="266" name="Google Shape;266;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7" name="Google Shape;267;p57"/>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268" name="Google Shape;268;p57"/>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269" name="Google Shape;269;p57"/>
          <p:cNvSpPr txBox="1"/>
          <p:nvPr>
            <p:ph idx="1" type="body"/>
          </p:nvPr>
        </p:nvSpPr>
        <p:spPr>
          <a:xfrm>
            <a:off x="0" y="0"/>
            <a:ext cx="6677100" cy="347700"/>
          </a:xfrm>
          <a:prstGeom prst="rect">
            <a:avLst/>
          </a:prstGeom>
        </p:spPr>
        <p:txBody>
          <a:bodyPr anchorCtr="0" anchor="ctr" bIns="91425" lIns="91425" spcFirstLastPara="1" rIns="91425" wrap="square" tIns="91425">
            <a:normAutofit/>
          </a:bodyPr>
          <a:lstStyle>
            <a:lvl1pPr indent="-228600" lvl="0" marL="457200" algn="ctr">
              <a:lnSpc>
                <a:spcPct val="100000"/>
              </a:lnSpc>
              <a:spcBef>
                <a:spcPts val="0"/>
              </a:spcBef>
              <a:spcAft>
                <a:spcPts val="0"/>
              </a:spcAft>
              <a:buSzPts val="1800"/>
              <a:buNone/>
              <a:defRPr b="1"/>
            </a:lvl1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70" name="Shape 270"/>
        <p:cNvGrpSpPr/>
        <p:nvPr/>
      </p:nvGrpSpPr>
      <p:grpSpPr>
        <a:xfrm>
          <a:off x="0" y="0"/>
          <a:ext cx="0" cy="0"/>
          <a:chOff x="0" y="0"/>
          <a:chExt cx="0" cy="0"/>
        </a:xfrm>
      </p:grpSpPr>
      <p:sp>
        <p:nvSpPr>
          <p:cNvPr id="271" name="Google Shape;271;p58"/>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72" name="Google Shape;272;p58"/>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273" name="Google Shape;273;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74" name="Google Shape;274;p58"/>
          <p:cNvPicPr preferRelativeResize="0"/>
          <p:nvPr/>
        </p:nvPicPr>
        <p:blipFill>
          <a:blip r:embed="rId2">
            <a:alphaModFix/>
          </a:blip>
          <a:stretch>
            <a:fillRect/>
          </a:stretch>
        </p:blipFill>
        <p:spPr>
          <a:xfrm>
            <a:off x="7271125" y="-57150"/>
            <a:ext cx="1773200" cy="585500"/>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5" name="Shape 275"/>
        <p:cNvGrpSpPr/>
        <p:nvPr/>
      </p:nvGrpSpPr>
      <p:grpSpPr>
        <a:xfrm>
          <a:off x="0" y="0"/>
          <a:ext cx="0" cy="0"/>
          <a:chOff x="0" y="0"/>
          <a:chExt cx="0" cy="0"/>
        </a:xfrm>
      </p:grpSpPr>
      <p:sp>
        <p:nvSpPr>
          <p:cNvPr id="276" name="Google Shape;276;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77" name="Google Shape;277;p59"/>
          <p:cNvPicPr preferRelativeResize="0"/>
          <p:nvPr/>
        </p:nvPicPr>
        <p:blipFill>
          <a:blip r:embed="rId2">
            <a:alphaModFix/>
          </a:blip>
          <a:stretch>
            <a:fillRect/>
          </a:stretch>
        </p:blipFill>
        <p:spPr>
          <a:xfrm>
            <a:off x="7271125" y="-57150"/>
            <a:ext cx="1773200" cy="585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6.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 Id="rId9" Type="http://schemas.openxmlformats.org/officeDocument/2006/relationships/slideLayout" Target="../slideLayouts/slideLayout42.xml"/><Relationship Id="rId10" Type="http://schemas.openxmlformats.org/officeDocument/2006/relationships/slideLayout" Target="../slideLayouts/slideLayout43.xml"/><Relationship Id="rId11" Type="http://schemas.openxmlformats.org/officeDocument/2006/relationships/theme" Target="../theme/theme5.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5" Type="http://schemas.openxmlformats.org/officeDocument/2006/relationships/slideLayout" Target="../slideLayouts/slideLayout48.xml"/><Relationship Id="rId6" Type="http://schemas.openxmlformats.org/officeDocument/2006/relationships/slideLayout" Target="../slideLayouts/slideLayout49.xml"/><Relationship Id="rId7" Type="http://schemas.openxmlformats.org/officeDocument/2006/relationships/slideLayout" Target="../slideLayouts/slideLayout50.xml"/><Relationship Id="rId8" Type="http://schemas.openxmlformats.org/officeDocument/2006/relationships/slideLayout" Target="../slideLayouts/slideLayout51.xml"/><Relationship Id="rId9" Type="http://schemas.openxmlformats.org/officeDocument/2006/relationships/slideLayout" Target="../slideLayouts/slideLayout52.xml"/><Relationship Id="rId10" Type="http://schemas.openxmlformats.org/officeDocument/2006/relationships/slideLayout" Target="../slideLayouts/slideLayout53.xml"/><Relationship Id="rId11" Type="http://schemas.openxmlformats.org/officeDocument/2006/relationships/slideLayout" Target="../slideLayouts/slideLayout54.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1pPr>
            <a:lvl2pPr lvl="1"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2pPr>
            <a:lvl3pPr lvl="2"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3pPr>
            <a:lvl4pPr lvl="3"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4pPr>
            <a:lvl5pPr lvl="4"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5pPr>
            <a:lvl6pPr lvl="5"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6pPr>
            <a:lvl7pPr lvl="6"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7pPr>
            <a:lvl8pPr lvl="7"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8pPr>
            <a:lvl9pPr lvl="8"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17500" lvl="1" marL="9144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2pPr>
            <a:lvl3pPr indent="-317500" lvl="2" marL="13716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3pPr>
            <a:lvl4pPr indent="-317500" lvl="3" marL="18288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4pPr>
            <a:lvl5pPr indent="-317500" lvl="4" marL="22860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5pPr>
            <a:lvl6pPr indent="-317500" lvl="5" marL="27432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6pPr>
            <a:lvl7pPr indent="-317500" lvl="6" marL="32004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7pPr>
            <a:lvl8pPr indent="-317500" lvl="7" marL="36576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8pPr>
            <a:lvl9pPr indent="-317500" lvl="8" marL="41148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nvSpPr>
        <p:spPr>
          <a:xfrm>
            <a:off x="0" y="4800000"/>
            <a:ext cx="9144000" cy="3435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35"/>
              <a:buFont typeface="Arial"/>
              <a:buNone/>
            </a:pPr>
            <a:r>
              <a:rPr b="1" i="0" lang="en" sz="980" u="none" cap="none" strike="noStrike">
                <a:solidFill>
                  <a:schemeClr val="lt1"/>
                </a:solidFill>
                <a:latin typeface="Arial"/>
                <a:ea typeface="Arial"/>
                <a:cs typeface="Arial"/>
                <a:sym typeface="Arial"/>
              </a:rPr>
              <a:t>Strategic Thinking                                                                             Strategic Execution                                                                       Strategic Analysis</a:t>
            </a:r>
            <a:endParaRPr b="1" i="0" sz="98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08" name="Shape 108"/>
        <p:cNvGrpSpPr/>
        <p:nvPr/>
      </p:nvGrpSpPr>
      <p:grpSpPr>
        <a:xfrm>
          <a:off x="0" y="0"/>
          <a:ext cx="0" cy="0"/>
          <a:chOff x="0" y="0"/>
          <a:chExt cx="0" cy="0"/>
        </a:xfrm>
      </p:grpSpPr>
      <p:sp>
        <p:nvSpPr>
          <p:cNvPr id="109" name="Google Shape;109;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10" name="Google Shape;110;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111" name="Google Shape;111;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25"/>
          <p:cNvSpPr txBox="1"/>
          <p:nvPr/>
        </p:nvSpPr>
        <p:spPr>
          <a:xfrm>
            <a:off x="0" y="4800000"/>
            <a:ext cx="9144000" cy="3435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SzPts val="935"/>
              <a:buNone/>
            </a:pPr>
            <a:r>
              <a:rPr b="1" lang="en" sz="980">
                <a:solidFill>
                  <a:schemeClr val="lt1"/>
                </a:solidFill>
              </a:rPr>
              <a:t>Strategic Thinking                                                                             Strategic Execution                                                                       Strategic Analysis</a:t>
            </a:r>
            <a:endParaRPr b="1" sz="980">
              <a:solidFill>
                <a:schemeClr val="lt1"/>
              </a:solidFill>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66" name="Shape 166"/>
        <p:cNvGrpSpPr/>
        <p:nvPr/>
      </p:nvGrpSpPr>
      <p:grpSpPr>
        <a:xfrm>
          <a:off x="0" y="0"/>
          <a:ext cx="0" cy="0"/>
          <a:chOff x="0" y="0"/>
          <a:chExt cx="0" cy="0"/>
        </a:xfrm>
      </p:grpSpPr>
      <p:sp>
        <p:nvSpPr>
          <p:cNvPr id="167" name="Google Shape;167;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1pPr>
            <a:lvl2pPr lvl="1"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2pPr>
            <a:lvl3pPr lvl="2"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3pPr>
            <a:lvl4pPr lvl="3"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4pPr>
            <a:lvl5pPr lvl="4"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5pPr>
            <a:lvl6pPr lvl="5"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6pPr>
            <a:lvl7pPr lvl="6"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7pPr>
            <a:lvl8pPr lvl="7"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8pPr>
            <a:lvl9pPr lvl="8"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9pPr>
          </a:lstStyle>
          <a:p/>
        </p:txBody>
      </p:sp>
      <p:sp>
        <p:nvSpPr>
          <p:cNvPr id="168" name="Google Shape;168;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17500" lvl="1" marL="9144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2pPr>
            <a:lvl3pPr indent="-317500" lvl="2" marL="13716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3pPr>
            <a:lvl4pPr indent="-317500" lvl="3" marL="18288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4pPr>
            <a:lvl5pPr indent="-317500" lvl="4" marL="22860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5pPr>
            <a:lvl6pPr indent="-317500" lvl="5" marL="27432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6pPr>
            <a:lvl7pPr indent="-317500" lvl="6" marL="32004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7pPr>
            <a:lvl8pPr indent="-317500" lvl="7" marL="36576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8pPr>
            <a:lvl9pPr indent="-317500" lvl="8" marL="41148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9pPr>
          </a:lstStyle>
          <a:p/>
        </p:txBody>
      </p:sp>
      <p:sp>
        <p:nvSpPr>
          <p:cNvPr id="169" name="Google Shape;169;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70" name="Google Shape;170;p37"/>
          <p:cNvSpPr txBox="1"/>
          <p:nvPr/>
        </p:nvSpPr>
        <p:spPr>
          <a:xfrm>
            <a:off x="0" y="4800000"/>
            <a:ext cx="9144000" cy="3435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35"/>
              <a:buFont typeface="Arial"/>
              <a:buNone/>
            </a:pPr>
            <a:r>
              <a:rPr b="1" i="0" lang="en" sz="980" u="none" cap="none" strike="noStrike">
                <a:solidFill>
                  <a:schemeClr val="lt1"/>
                </a:solidFill>
                <a:latin typeface="Arial"/>
                <a:ea typeface="Arial"/>
                <a:cs typeface="Arial"/>
                <a:sym typeface="Arial"/>
              </a:rPr>
              <a:t>Strategic Thinking                                                                             Strategic Execution                                                                       Strategic Analysis</a:t>
            </a:r>
            <a:endParaRPr b="1" i="0" sz="98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20" name="Shape 220"/>
        <p:cNvGrpSpPr/>
        <p:nvPr/>
      </p:nvGrpSpPr>
      <p:grpSpPr>
        <a:xfrm>
          <a:off x="0" y="0"/>
          <a:ext cx="0" cy="0"/>
          <a:chOff x="0" y="0"/>
          <a:chExt cx="0" cy="0"/>
        </a:xfrm>
      </p:grpSpPr>
      <p:sp>
        <p:nvSpPr>
          <p:cNvPr id="221" name="Google Shape;221;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1pPr>
            <a:lvl2pPr lvl="1">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2pPr>
            <a:lvl3pPr lvl="2">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3pPr>
            <a:lvl4pPr lvl="3">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4pPr>
            <a:lvl5pPr lvl="4">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5pPr>
            <a:lvl6pPr lvl="5">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6pPr>
            <a:lvl7pPr lvl="6">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7pPr>
            <a:lvl8pPr lvl="7">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8pPr>
            <a:lvl9pPr lvl="8">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9pPr>
          </a:lstStyle>
          <a:p/>
        </p:txBody>
      </p:sp>
      <p:sp>
        <p:nvSpPr>
          <p:cNvPr id="222" name="Google Shape;222;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223" name="Google Shape;223;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224" name="Google Shape;224;p48"/>
          <p:cNvSpPr txBox="1"/>
          <p:nvPr/>
        </p:nvSpPr>
        <p:spPr>
          <a:xfrm>
            <a:off x="0" y="4800000"/>
            <a:ext cx="9144000" cy="3435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SzPts val="935"/>
              <a:buNone/>
            </a:pPr>
            <a:r>
              <a:rPr b="1" lang="en" sz="980">
                <a:solidFill>
                  <a:schemeClr val="lt1"/>
                </a:solidFill>
              </a:rPr>
              <a:t>Strategic Thinking                                                                             Strategic Execution                                                                       Strategic Analysis</a:t>
            </a:r>
            <a:endParaRPr b="1" sz="980">
              <a:solidFill>
                <a:schemeClr val="lt1"/>
              </a:solidFill>
            </a:endParaRPr>
          </a:p>
        </p:txBody>
      </p:sp>
    </p:spTree>
  </p:cSld>
  <p:clrMap accent1="accent1" accent2="accent2" accent3="accent3" accent4="accent4" accent5="accent5" accent6="accent6" bg1="lt1" bg2="dk2" tx1="dk1" tx2="lt2" folHlink="folHlink" hlink="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19.png"/><Relationship Id="rId5" Type="http://schemas.openxmlformats.org/officeDocument/2006/relationships/image" Target="../media/image43.png"/><Relationship Id="rId6" Type="http://schemas.openxmlformats.org/officeDocument/2006/relationships/image" Target="../media/image10.jpg"/><Relationship Id="rId7" Type="http://schemas.openxmlformats.org/officeDocument/2006/relationships/image" Target="../media/image8.jpg"/><Relationship Id="rId8" Type="http://schemas.openxmlformats.org/officeDocument/2006/relationships/image" Target="../media/image13.jpg"/><Relationship Id="rId9" Type="http://schemas.openxmlformats.org/officeDocument/2006/relationships/image" Target="../media/image17.jpg"/><Relationship Id="rId10" Type="http://schemas.openxmlformats.org/officeDocument/2006/relationships/image" Target="../media/image26.jpg"/><Relationship Id="rId11" Type="http://schemas.openxmlformats.org/officeDocument/2006/relationships/image" Target="../media/image1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xml"/><Relationship Id="rId3" Type="http://schemas.openxmlformats.org/officeDocument/2006/relationships/image" Target="../media/image46.jpg"/><Relationship Id="rId4" Type="http://schemas.openxmlformats.org/officeDocument/2006/relationships/image" Target="../media/image16.jpg"/><Relationship Id="rId5" Type="http://schemas.openxmlformats.org/officeDocument/2006/relationships/image" Target="../media/image7.jpg"/><Relationship Id="rId6" Type="http://schemas.openxmlformats.org/officeDocument/2006/relationships/image" Target="../media/image11.jpg"/><Relationship Id="rId7" Type="http://schemas.openxmlformats.org/officeDocument/2006/relationships/image" Target="../media/image9.jpg"/><Relationship Id="rId8" Type="http://schemas.openxmlformats.org/officeDocument/2006/relationships/image" Target="../media/image14.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6.xml"/><Relationship Id="rId3"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7.xml"/><Relationship Id="rId3"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8.xml"/><Relationship Id="rId3" Type="http://schemas.openxmlformats.org/officeDocument/2006/relationships/image" Target="../media/image28.png"/><Relationship Id="rId4" Type="http://schemas.openxmlformats.org/officeDocument/2006/relationships/image" Target="../media/image31.png"/><Relationship Id="rId5"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 Id="rId3"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1.xml"/><Relationship Id="rId3" Type="http://schemas.openxmlformats.org/officeDocument/2006/relationships/image" Target="../media/image24.png"/><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2.xml"/><Relationship Id="rId3" Type="http://schemas.openxmlformats.org/officeDocument/2006/relationships/image" Target="../media/image4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xml"/><Relationship Id="rId3" Type="http://schemas.openxmlformats.org/officeDocument/2006/relationships/hyperlink" Target="https://docs.google.com/spreadsheets/d/1DRnJ1DqsQ0ud6RRY5h8-ekcqkq1KnNB_pRBkVCMBdlc/edit?gid=0#gid=0"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xml"/><Relationship Id="rId3" Type="http://schemas.openxmlformats.org/officeDocument/2006/relationships/image" Target="../media/image4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1.xml"/><Relationship Id="rId3" Type="http://schemas.openxmlformats.org/officeDocument/2006/relationships/image" Target="../media/image4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4.xml"/><Relationship Id="rId3"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3.xml"/><Relationship Id="rId3" Type="http://schemas.openxmlformats.org/officeDocument/2006/relationships/image" Target="../media/image32.png"/><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4.xml"/><Relationship Id="rId3"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7.xml"/><Relationship Id="rId3" Type="http://schemas.openxmlformats.org/officeDocument/2006/relationships/image" Target="../media/image39.png"/><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8.xml"/><Relationship Id="rId3" Type="http://schemas.openxmlformats.org/officeDocument/2006/relationships/image" Target="../media/image4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9.xml"/><Relationship Id="rId3" Type="http://schemas.openxmlformats.org/officeDocument/2006/relationships/hyperlink" Target="http://zoomers.com" TargetMode="External"/><Relationship Id="rId4" Type="http://schemas.openxmlformats.org/officeDocument/2006/relationships/image" Target="../media/image37.png"/><Relationship Id="rId5" Type="http://schemas.openxmlformats.org/officeDocument/2006/relationships/image" Target="../media/image36.png"/><Relationship Id="rId6" Type="http://schemas.openxmlformats.org/officeDocument/2006/relationships/image" Target="../media/image4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3.xml"/><Relationship Id="rId3"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id="282" name="Google Shape;282;p60"/>
          <p:cNvPicPr preferRelativeResize="0"/>
          <p:nvPr/>
        </p:nvPicPr>
        <p:blipFill>
          <a:blip r:embed="rId3">
            <a:alphaModFix/>
          </a:blip>
          <a:stretch>
            <a:fillRect/>
          </a:stretch>
        </p:blipFill>
        <p:spPr>
          <a:xfrm>
            <a:off x="2283350" y="399563"/>
            <a:ext cx="4445998" cy="1468024"/>
          </a:xfrm>
          <a:prstGeom prst="rect">
            <a:avLst/>
          </a:prstGeom>
          <a:noFill/>
          <a:ln>
            <a:noFill/>
          </a:ln>
        </p:spPr>
      </p:pic>
      <p:sp>
        <p:nvSpPr>
          <p:cNvPr id="283" name="Google Shape;283;p60"/>
          <p:cNvSpPr txBox="1"/>
          <p:nvPr>
            <p:ph idx="1" type="subTitle"/>
          </p:nvPr>
        </p:nvSpPr>
        <p:spPr>
          <a:xfrm>
            <a:off x="0" y="4800000"/>
            <a:ext cx="9144000" cy="343500"/>
          </a:xfrm>
          <a:prstGeom prst="rect">
            <a:avLst/>
          </a:prstGeom>
          <a:solidFill>
            <a:srgbClr val="073763"/>
          </a:solidFill>
        </p:spPr>
        <p:txBody>
          <a:bodyPr anchorCtr="0" anchor="t" bIns="91425" lIns="91425" spcFirstLastPara="1" rIns="91425" wrap="square" tIns="91425">
            <a:normAutofit/>
          </a:bodyPr>
          <a:lstStyle/>
          <a:p>
            <a:pPr indent="0" lvl="0" marL="0" rtl="0" algn="l">
              <a:spcBef>
                <a:spcPts val="0"/>
              </a:spcBef>
              <a:spcAft>
                <a:spcPts val="0"/>
              </a:spcAft>
              <a:buSzPts val="935"/>
              <a:buNone/>
            </a:pPr>
            <a:r>
              <a:rPr b="1" lang="en" sz="980">
                <a:solidFill>
                  <a:schemeClr val="lt1"/>
                </a:solidFill>
              </a:rPr>
              <a:t>Strategic Thinking                                                                             Strategic Execution                                                                       Strategic Analysis</a:t>
            </a:r>
            <a:endParaRPr b="1" sz="980">
              <a:solidFill>
                <a:schemeClr val="lt1"/>
              </a:solidFill>
            </a:endParaRPr>
          </a:p>
        </p:txBody>
      </p:sp>
      <p:sp>
        <p:nvSpPr>
          <p:cNvPr id="284" name="Google Shape;284;p60"/>
          <p:cNvSpPr txBox="1"/>
          <p:nvPr/>
        </p:nvSpPr>
        <p:spPr>
          <a:xfrm>
            <a:off x="728900" y="2160100"/>
            <a:ext cx="7687200" cy="96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00">
                <a:solidFill>
                  <a:schemeClr val="dk1"/>
                </a:solidFill>
                <a:latin typeface="Raleway"/>
                <a:ea typeface="Raleway"/>
                <a:cs typeface="Raleway"/>
                <a:sym typeface="Raleway"/>
              </a:rPr>
              <a:t>Zoomers Meeting</a:t>
            </a:r>
            <a:endParaRPr b="1" sz="4600">
              <a:solidFill>
                <a:schemeClr val="dk1"/>
              </a:solidFill>
              <a:latin typeface="Raleway"/>
              <a:ea typeface="Raleway"/>
              <a:cs typeface="Raleway"/>
              <a:sym typeface="Raleway"/>
            </a:endParaRPr>
          </a:p>
          <a:p>
            <a:pPr indent="0" lvl="0" marL="0" rtl="0" algn="ctr">
              <a:spcBef>
                <a:spcPts val="0"/>
              </a:spcBef>
              <a:spcAft>
                <a:spcPts val="0"/>
              </a:spcAft>
              <a:buNone/>
            </a:pPr>
            <a:r>
              <a:rPr b="1" lang="en" sz="4600">
                <a:solidFill>
                  <a:schemeClr val="dk1"/>
                </a:solidFill>
                <a:latin typeface="Raleway"/>
                <a:ea typeface="Raleway"/>
                <a:cs typeface="Raleway"/>
                <a:sym typeface="Raleway"/>
              </a:rPr>
              <a:t>April 2026</a:t>
            </a:r>
            <a:endParaRPr b="1" sz="4600">
              <a:solidFill>
                <a:schemeClr val="dk1"/>
              </a:solidFill>
              <a:latin typeface="Raleway"/>
              <a:ea typeface="Raleway"/>
              <a:cs typeface="Raleway"/>
              <a:sym typeface="Ralew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61"/>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Sales View</a:t>
            </a:r>
            <a:endParaRPr/>
          </a:p>
        </p:txBody>
      </p:sp>
      <p:grpSp>
        <p:nvGrpSpPr>
          <p:cNvPr id="290" name="Google Shape;290;p61"/>
          <p:cNvGrpSpPr/>
          <p:nvPr/>
        </p:nvGrpSpPr>
        <p:grpSpPr>
          <a:xfrm>
            <a:off x="2500000" y="377100"/>
            <a:ext cx="4365715" cy="4654381"/>
            <a:chOff x="49650" y="377100"/>
            <a:chExt cx="4428601" cy="4721425"/>
          </a:xfrm>
        </p:grpSpPr>
        <p:sp>
          <p:nvSpPr>
            <p:cNvPr id="291" name="Google Shape;291;p61"/>
            <p:cNvSpPr/>
            <p:nvPr/>
          </p:nvSpPr>
          <p:spPr>
            <a:xfrm>
              <a:off x="49650" y="1310700"/>
              <a:ext cx="4428600" cy="3783300"/>
            </a:xfrm>
            <a:prstGeom prst="rect">
              <a:avLst/>
            </a:prstGeom>
            <a:solidFill>
              <a:srgbClr val="FFFFFF"/>
            </a:solidFill>
            <a:ln>
              <a:noFill/>
            </a:ln>
          </p:spPr>
          <p:txBody>
            <a:bodyPr anchorCtr="0" anchor="ctr" bIns="90125" lIns="90125" spcFirstLastPara="1" rIns="90125" wrap="square" tIns="90125">
              <a:noAutofit/>
            </a:bodyPr>
            <a:lstStyle/>
            <a:p>
              <a:pPr indent="0" lvl="0" marL="0" rtl="0" algn="ctr">
                <a:spcBef>
                  <a:spcPts val="0"/>
                </a:spcBef>
                <a:spcAft>
                  <a:spcPts val="0"/>
                </a:spcAft>
                <a:buNone/>
              </a:pPr>
              <a:r>
                <a:t/>
              </a:r>
              <a:endParaRPr sz="1380">
                <a:latin typeface="Roboto"/>
                <a:ea typeface="Roboto"/>
                <a:cs typeface="Roboto"/>
                <a:sym typeface="Roboto"/>
              </a:endParaRPr>
            </a:p>
          </p:txBody>
        </p:sp>
        <p:pic>
          <p:nvPicPr>
            <p:cNvPr id="292" name="Google Shape;292;p61"/>
            <p:cNvPicPr preferRelativeResize="0"/>
            <p:nvPr/>
          </p:nvPicPr>
          <p:blipFill rotWithShape="1">
            <a:blip r:embed="rId3">
              <a:alphaModFix/>
            </a:blip>
            <a:srcRect b="3410" l="0" r="8509" t="0"/>
            <a:stretch/>
          </p:blipFill>
          <p:spPr>
            <a:xfrm>
              <a:off x="49650" y="377100"/>
              <a:ext cx="4428601" cy="4721425"/>
            </a:xfrm>
            <a:prstGeom prst="rect">
              <a:avLst/>
            </a:prstGeom>
            <a:noFill/>
            <a:ln>
              <a:noFill/>
            </a:ln>
          </p:spPr>
        </p:pic>
      </p:grpSp>
      <p:sp>
        <p:nvSpPr>
          <p:cNvPr id="293" name="Google Shape;293;p61"/>
          <p:cNvSpPr txBox="1"/>
          <p:nvPr/>
        </p:nvSpPr>
        <p:spPr>
          <a:xfrm>
            <a:off x="7029300" y="1124400"/>
            <a:ext cx="2114700" cy="357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Roboto"/>
                <a:ea typeface="Roboto"/>
                <a:cs typeface="Roboto"/>
                <a:sym typeface="Roboto"/>
              </a:rPr>
              <a:t>March 2025</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rPr lang="en" sz="1000">
                <a:solidFill>
                  <a:schemeClr val="dk2"/>
                </a:solidFill>
                <a:latin typeface="Roboto"/>
                <a:ea typeface="Roboto"/>
                <a:cs typeface="Roboto"/>
                <a:sym typeface="Roboto"/>
              </a:rPr>
              <a:t>34 Sales</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rPr lang="en" sz="1000">
                <a:solidFill>
                  <a:schemeClr val="dk2"/>
                </a:solidFill>
                <a:latin typeface="Roboto"/>
                <a:ea typeface="Roboto"/>
                <a:cs typeface="Roboto"/>
                <a:sym typeface="Roboto"/>
              </a:rPr>
              <a:t>March 2025</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rPr lang="en" sz="1000">
                <a:solidFill>
                  <a:schemeClr val="dk2"/>
                </a:solidFill>
                <a:latin typeface="Roboto"/>
                <a:ea typeface="Roboto"/>
                <a:cs typeface="Roboto"/>
                <a:sym typeface="Roboto"/>
              </a:rPr>
              <a:t>44 Sales</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rPr lang="en" sz="1000">
                <a:solidFill>
                  <a:schemeClr val="dk2"/>
                </a:solidFill>
                <a:latin typeface="Roboto"/>
                <a:ea typeface="Roboto"/>
                <a:cs typeface="Roboto"/>
                <a:sym typeface="Roboto"/>
              </a:rPr>
              <a:t>March 2025</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rPr lang="en" sz="1000">
                <a:solidFill>
                  <a:schemeClr val="dk2"/>
                </a:solidFill>
                <a:latin typeface="Roboto"/>
                <a:ea typeface="Roboto"/>
                <a:cs typeface="Roboto"/>
                <a:sym typeface="Roboto"/>
              </a:rPr>
              <a:t>95 Sales</a:t>
            </a:r>
            <a:endParaRPr sz="1000">
              <a:solidFill>
                <a:schemeClr val="dk2"/>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297" name="Shape 297"/>
        <p:cNvGrpSpPr/>
        <p:nvPr/>
      </p:nvGrpSpPr>
      <p:grpSpPr>
        <a:xfrm>
          <a:off x="0" y="0"/>
          <a:ext cx="0" cy="0"/>
          <a:chOff x="0" y="0"/>
          <a:chExt cx="0" cy="0"/>
        </a:xfrm>
      </p:grpSpPr>
      <p:sp>
        <p:nvSpPr>
          <p:cNvPr id="298" name="Google Shape;298;p62"/>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March Creative</a:t>
            </a:r>
            <a:endParaRPr sz="4800">
              <a:solidFill>
                <a:schemeClr val="lt1"/>
              </a:solidFill>
            </a:endParaRPr>
          </a:p>
        </p:txBody>
      </p:sp>
      <p:sp>
        <p:nvSpPr>
          <p:cNvPr id="299" name="Google Shape;299;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0" name="Google Shape;300;p62"/>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301" name="Google Shape;301;p62"/>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63"/>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Web Banners + Display</a:t>
            </a:r>
            <a:endParaRPr/>
          </a:p>
        </p:txBody>
      </p:sp>
      <p:pic>
        <p:nvPicPr>
          <p:cNvPr id="307" name="Google Shape;307;p63"/>
          <p:cNvPicPr preferRelativeResize="0"/>
          <p:nvPr/>
        </p:nvPicPr>
        <p:blipFill>
          <a:blip r:embed="rId3">
            <a:alphaModFix/>
          </a:blip>
          <a:stretch>
            <a:fillRect/>
          </a:stretch>
        </p:blipFill>
        <p:spPr>
          <a:xfrm>
            <a:off x="88425" y="505850"/>
            <a:ext cx="3210949" cy="735230"/>
          </a:xfrm>
          <a:prstGeom prst="rect">
            <a:avLst/>
          </a:prstGeom>
          <a:noFill/>
          <a:ln>
            <a:noFill/>
          </a:ln>
        </p:spPr>
      </p:pic>
      <p:pic>
        <p:nvPicPr>
          <p:cNvPr id="308" name="Google Shape;308;p63"/>
          <p:cNvPicPr preferRelativeResize="0"/>
          <p:nvPr/>
        </p:nvPicPr>
        <p:blipFill>
          <a:blip r:embed="rId4">
            <a:alphaModFix/>
          </a:blip>
          <a:stretch>
            <a:fillRect/>
          </a:stretch>
        </p:blipFill>
        <p:spPr>
          <a:xfrm>
            <a:off x="3377796" y="505847"/>
            <a:ext cx="3210889" cy="735230"/>
          </a:xfrm>
          <a:prstGeom prst="rect">
            <a:avLst/>
          </a:prstGeom>
          <a:noFill/>
          <a:ln>
            <a:noFill/>
          </a:ln>
        </p:spPr>
      </p:pic>
      <p:pic>
        <p:nvPicPr>
          <p:cNvPr id="309" name="Google Shape;309;p63"/>
          <p:cNvPicPr preferRelativeResize="0"/>
          <p:nvPr/>
        </p:nvPicPr>
        <p:blipFill>
          <a:blip r:embed="rId5">
            <a:alphaModFix/>
          </a:blip>
          <a:stretch>
            <a:fillRect/>
          </a:stretch>
        </p:blipFill>
        <p:spPr>
          <a:xfrm>
            <a:off x="88457" y="1305869"/>
            <a:ext cx="3210886" cy="735228"/>
          </a:xfrm>
          <a:prstGeom prst="rect">
            <a:avLst/>
          </a:prstGeom>
          <a:noFill/>
          <a:ln>
            <a:noFill/>
          </a:ln>
        </p:spPr>
      </p:pic>
      <p:pic>
        <p:nvPicPr>
          <p:cNvPr id="310" name="Google Shape;310;p63"/>
          <p:cNvPicPr preferRelativeResize="0"/>
          <p:nvPr/>
        </p:nvPicPr>
        <p:blipFill>
          <a:blip r:embed="rId6">
            <a:alphaModFix/>
          </a:blip>
          <a:stretch>
            <a:fillRect/>
          </a:stretch>
        </p:blipFill>
        <p:spPr>
          <a:xfrm>
            <a:off x="4645925" y="3162500"/>
            <a:ext cx="1467125" cy="1467125"/>
          </a:xfrm>
          <a:prstGeom prst="rect">
            <a:avLst/>
          </a:prstGeom>
          <a:noFill/>
          <a:ln>
            <a:noFill/>
          </a:ln>
        </p:spPr>
      </p:pic>
      <p:pic>
        <p:nvPicPr>
          <p:cNvPr id="311" name="Google Shape;311;p63"/>
          <p:cNvPicPr preferRelativeResize="0"/>
          <p:nvPr/>
        </p:nvPicPr>
        <p:blipFill>
          <a:blip r:embed="rId7">
            <a:alphaModFix/>
          </a:blip>
          <a:stretch>
            <a:fillRect/>
          </a:stretch>
        </p:blipFill>
        <p:spPr>
          <a:xfrm>
            <a:off x="6159625" y="3162499"/>
            <a:ext cx="2801326" cy="1467125"/>
          </a:xfrm>
          <a:prstGeom prst="rect">
            <a:avLst/>
          </a:prstGeom>
          <a:noFill/>
          <a:ln>
            <a:noFill/>
          </a:ln>
        </p:spPr>
      </p:pic>
      <p:pic>
        <p:nvPicPr>
          <p:cNvPr id="312" name="Google Shape;312;p63"/>
          <p:cNvPicPr preferRelativeResize="0"/>
          <p:nvPr/>
        </p:nvPicPr>
        <p:blipFill>
          <a:blip r:embed="rId8">
            <a:alphaModFix/>
          </a:blip>
          <a:stretch>
            <a:fillRect/>
          </a:stretch>
        </p:blipFill>
        <p:spPr>
          <a:xfrm>
            <a:off x="4645925" y="1602900"/>
            <a:ext cx="1467125" cy="1467125"/>
          </a:xfrm>
          <a:prstGeom prst="rect">
            <a:avLst/>
          </a:prstGeom>
          <a:noFill/>
          <a:ln>
            <a:noFill/>
          </a:ln>
        </p:spPr>
      </p:pic>
      <p:pic>
        <p:nvPicPr>
          <p:cNvPr id="313" name="Google Shape;313;p63"/>
          <p:cNvPicPr preferRelativeResize="0"/>
          <p:nvPr/>
        </p:nvPicPr>
        <p:blipFill>
          <a:blip r:embed="rId9">
            <a:alphaModFix/>
          </a:blip>
          <a:stretch>
            <a:fillRect/>
          </a:stretch>
        </p:blipFill>
        <p:spPr>
          <a:xfrm>
            <a:off x="6159625" y="1602899"/>
            <a:ext cx="2801326" cy="1467136"/>
          </a:xfrm>
          <a:prstGeom prst="rect">
            <a:avLst/>
          </a:prstGeom>
          <a:noFill/>
          <a:ln>
            <a:noFill/>
          </a:ln>
        </p:spPr>
      </p:pic>
      <p:pic>
        <p:nvPicPr>
          <p:cNvPr id="314" name="Google Shape;314;p63"/>
          <p:cNvPicPr preferRelativeResize="0"/>
          <p:nvPr/>
        </p:nvPicPr>
        <p:blipFill>
          <a:blip r:embed="rId10">
            <a:alphaModFix/>
          </a:blip>
          <a:stretch>
            <a:fillRect/>
          </a:stretch>
        </p:blipFill>
        <p:spPr>
          <a:xfrm>
            <a:off x="128750" y="2878925"/>
            <a:ext cx="1467125" cy="1467125"/>
          </a:xfrm>
          <a:prstGeom prst="rect">
            <a:avLst/>
          </a:prstGeom>
          <a:noFill/>
          <a:ln>
            <a:noFill/>
          </a:ln>
        </p:spPr>
      </p:pic>
      <p:pic>
        <p:nvPicPr>
          <p:cNvPr id="315" name="Google Shape;315;p63"/>
          <p:cNvPicPr preferRelativeResize="0"/>
          <p:nvPr/>
        </p:nvPicPr>
        <p:blipFill>
          <a:blip r:embed="rId11">
            <a:alphaModFix/>
          </a:blip>
          <a:stretch>
            <a:fillRect/>
          </a:stretch>
        </p:blipFill>
        <p:spPr>
          <a:xfrm>
            <a:off x="1638350" y="2878925"/>
            <a:ext cx="2801325" cy="146602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64"/>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Facebook</a:t>
            </a:r>
            <a:endParaRPr/>
          </a:p>
        </p:txBody>
      </p:sp>
      <p:pic>
        <p:nvPicPr>
          <p:cNvPr id="321" name="Google Shape;321;p64"/>
          <p:cNvPicPr preferRelativeResize="0"/>
          <p:nvPr/>
        </p:nvPicPr>
        <p:blipFill>
          <a:blip r:embed="rId3">
            <a:alphaModFix/>
          </a:blip>
          <a:stretch>
            <a:fillRect/>
          </a:stretch>
        </p:blipFill>
        <p:spPr>
          <a:xfrm>
            <a:off x="2449350" y="2814775"/>
            <a:ext cx="2235225" cy="2235225"/>
          </a:xfrm>
          <a:prstGeom prst="rect">
            <a:avLst/>
          </a:prstGeom>
          <a:noFill/>
          <a:ln cap="flat" cmpd="sng" w="9525">
            <a:solidFill>
              <a:schemeClr val="dk2"/>
            </a:solidFill>
            <a:prstDash val="solid"/>
            <a:round/>
            <a:headEnd len="sm" w="sm" type="none"/>
            <a:tailEnd len="sm" w="sm" type="none"/>
          </a:ln>
        </p:spPr>
      </p:pic>
      <p:pic>
        <p:nvPicPr>
          <p:cNvPr id="322" name="Google Shape;322;p64"/>
          <p:cNvPicPr preferRelativeResize="0"/>
          <p:nvPr/>
        </p:nvPicPr>
        <p:blipFill>
          <a:blip r:embed="rId4">
            <a:alphaModFix/>
          </a:blip>
          <a:stretch>
            <a:fillRect/>
          </a:stretch>
        </p:blipFill>
        <p:spPr>
          <a:xfrm>
            <a:off x="96475" y="478313"/>
            <a:ext cx="2235225" cy="2235225"/>
          </a:xfrm>
          <a:prstGeom prst="rect">
            <a:avLst/>
          </a:prstGeom>
          <a:noFill/>
          <a:ln cap="flat" cmpd="sng" w="9525">
            <a:solidFill>
              <a:schemeClr val="dk2"/>
            </a:solidFill>
            <a:prstDash val="solid"/>
            <a:round/>
            <a:headEnd len="sm" w="sm" type="none"/>
            <a:tailEnd len="sm" w="sm" type="none"/>
          </a:ln>
        </p:spPr>
      </p:pic>
      <p:pic>
        <p:nvPicPr>
          <p:cNvPr id="323" name="Google Shape;323;p64"/>
          <p:cNvPicPr preferRelativeResize="0"/>
          <p:nvPr/>
        </p:nvPicPr>
        <p:blipFill>
          <a:blip r:embed="rId5">
            <a:alphaModFix/>
          </a:blip>
          <a:stretch>
            <a:fillRect/>
          </a:stretch>
        </p:blipFill>
        <p:spPr>
          <a:xfrm>
            <a:off x="2449350" y="478313"/>
            <a:ext cx="2235225" cy="2235225"/>
          </a:xfrm>
          <a:prstGeom prst="rect">
            <a:avLst/>
          </a:prstGeom>
          <a:noFill/>
          <a:ln cap="flat" cmpd="sng" w="9525">
            <a:solidFill>
              <a:schemeClr val="dk2"/>
            </a:solidFill>
            <a:prstDash val="solid"/>
            <a:round/>
            <a:headEnd len="sm" w="sm" type="none"/>
            <a:tailEnd len="sm" w="sm" type="none"/>
          </a:ln>
        </p:spPr>
      </p:pic>
      <p:pic>
        <p:nvPicPr>
          <p:cNvPr id="324" name="Google Shape;324;p64"/>
          <p:cNvPicPr preferRelativeResize="0"/>
          <p:nvPr/>
        </p:nvPicPr>
        <p:blipFill>
          <a:blip r:embed="rId6">
            <a:alphaModFix/>
          </a:blip>
          <a:stretch>
            <a:fillRect/>
          </a:stretch>
        </p:blipFill>
        <p:spPr>
          <a:xfrm>
            <a:off x="4802225" y="478313"/>
            <a:ext cx="2235225" cy="2235225"/>
          </a:xfrm>
          <a:prstGeom prst="rect">
            <a:avLst/>
          </a:prstGeom>
          <a:noFill/>
          <a:ln cap="flat" cmpd="sng" w="9525">
            <a:solidFill>
              <a:schemeClr val="dk2"/>
            </a:solidFill>
            <a:prstDash val="solid"/>
            <a:round/>
            <a:headEnd len="sm" w="sm" type="none"/>
            <a:tailEnd len="sm" w="sm" type="none"/>
          </a:ln>
        </p:spPr>
      </p:pic>
      <p:pic>
        <p:nvPicPr>
          <p:cNvPr id="325" name="Google Shape;325;p64"/>
          <p:cNvPicPr preferRelativeResize="0"/>
          <p:nvPr/>
        </p:nvPicPr>
        <p:blipFill>
          <a:blip r:embed="rId7">
            <a:alphaModFix/>
          </a:blip>
          <a:stretch>
            <a:fillRect/>
          </a:stretch>
        </p:blipFill>
        <p:spPr>
          <a:xfrm>
            <a:off x="96475" y="2814775"/>
            <a:ext cx="2235225" cy="2235225"/>
          </a:xfrm>
          <a:prstGeom prst="rect">
            <a:avLst/>
          </a:prstGeom>
          <a:noFill/>
          <a:ln cap="flat" cmpd="sng" w="9525">
            <a:solidFill>
              <a:schemeClr val="dk2"/>
            </a:solidFill>
            <a:prstDash val="solid"/>
            <a:round/>
            <a:headEnd len="sm" w="sm" type="none"/>
            <a:tailEnd len="sm" w="sm" type="none"/>
          </a:ln>
        </p:spPr>
      </p:pic>
      <p:pic>
        <p:nvPicPr>
          <p:cNvPr id="326" name="Google Shape;326;p64"/>
          <p:cNvPicPr preferRelativeResize="0"/>
          <p:nvPr/>
        </p:nvPicPr>
        <p:blipFill>
          <a:blip r:embed="rId8">
            <a:alphaModFix/>
          </a:blip>
          <a:stretch>
            <a:fillRect/>
          </a:stretch>
        </p:blipFill>
        <p:spPr>
          <a:xfrm>
            <a:off x="7155100" y="478325"/>
            <a:ext cx="1788184" cy="2235224"/>
          </a:xfrm>
          <a:prstGeom prst="rect">
            <a:avLst/>
          </a:prstGeom>
          <a:noFill/>
          <a:ln cap="flat" cmpd="sng" w="9525">
            <a:solidFill>
              <a:schemeClr val="dk2"/>
            </a:solidFill>
            <a:prstDash val="solid"/>
            <a:round/>
            <a:headEnd len="sm" w="sm" type="none"/>
            <a:tailEnd len="sm" w="sm" type="none"/>
          </a:ln>
        </p:spPr>
      </p:pic>
      <p:pic>
        <p:nvPicPr>
          <p:cNvPr id="327" name="Google Shape;327;p64"/>
          <p:cNvPicPr preferRelativeResize="0"/>
          <p:nvPr/>
        </p:nvPicPr>
        <p:blipFill>
          <a:blip r:embed="rId9">
            <a:alphaModFix/>
          </a:blip>
          <a:stretch>
            <a:fillRect/>
          </a:stretch>
        </p:blipFill>
        <p:spPr>
          <a:xfrm>
            <a:off x="4802225" y="2814775"/>
            <a:ext cx="2235224" cy="2235226"/>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65"/>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Email</a:t>
            </a:r>
            <a:endParaRPr/>
          </a:p>
        </p:txBody>
      </p:sp>
      <p:pic>
        <p:nvPicPr>
          <p:cNvPr id="333" name="Google Shape;333;p65"/>
          <p:cNvPicPr preferRelativeResize="0"/>
          <p:nvPr/>
        </p:nvPicPr>
        <p:blipFill rotWithShape="1">
          <a:blip r:embed="rId3">
            <a:alphaModFix/>
          </a:blip>
          <a:srcRect b="5971" l="19537" r="20236" t="0"/>
          <a:stretch/>
        </p:blipFill>
        <p:spPr>
          <a:xfrm>
            <a:off x="7350950" y="416825"/>
            <a:ext cx="1149499" cy="4676198"/>
          </a:xfrm>
          <a:prstGeom prst="rect">
            <a:avLst/>
          </a:prstGeom>
          <a:noFill/>
          <a:ln cap="flat" cmpd="sng" w="9525">
            <a:solidFill>
              <a:schemeClr val="dk2"/>
            </a:solidFill>
            <a:prstDash val="solid"/>
            <a:round/>
            <a:headEnd len="sm" w="sm" type="none"/>
            <a:tailEnd len="sm" w="sm" type="none"/>
          </a:ln>
        </p:spPr>
      </p:pic>
      <p:pic>
        <p:nvPicPr>
          <p:cNvPr id="334" name="Google Shape;334;p65"/>
          <p:cNvPicPr preferRelativeResize="0"/>
          <p:nvPr/>
        </p:nvPicPr>
        <p:blipFill rotWithShape="1">
          <a:blip r:embed="rId3">
            <a:alphaModFix/>
          </a:blip>
          <a:srcRect b="56269" l="20684" r="20235" t="0"/>
          <a:stretch/>
        </p:blipFill>
        <p:spPr>
          <a:xfrm>
            <a:off x="332550" y="466700"/>
            <a:ext cx="2131449" cy="4110828"/>
          </a:xfrm>
          <a:prstGeom prst="rect">
            <a:avLst/>
          </a:prstGeom>
          <a:noFill/>
          <a:ln cap="flat" cmpd="sng" w="18475">
            <a:solidFill>
              <a:schemeClr val="dk2"/>
            </a:solidFill>
            <a:prstDash val="solid"/>
            <a:round/>
            <a:headEnd len="sm" w="sm" type="none"/>
            <a:tailEnd len="sm" w="sm" type="none"/>
          </a:ln>
        </p:spPr>
      </p:pic>
      <p:pic>
        <p:nvPicPr>
          <p:cNvPr id="335" name="Google Shape;335;p65"/>
          <p:cNvPicPr preferRelativeResize="0"/>
          <p:nvPr/>
        </p:nvPicPr>
        <p:blipFill rotWithShape="1">
          <a:blip r:embed="rId3">
            <a:alphaModFix/>
          </a:blip>
          <a:srcRect b="5973" l="21767" r="21237" t="43102"/>
          <a:stretch/>
        </p:blipFill>
        <p:spPr>
          <a:xfrm>
            <a:off x="3695400" y="516338"/>
            <a:ext cx="1765700" cy="4110828"/>
          </a:xfrm>
          <a:prstGeom prst="rect">
            <a:avLst/>
          </a:prstGeom>
          <a:noFill/>
          <a:ln cap="flat" cmpd="sng" w="18475">
            <a:solidFill>
              <a:schemeClr val="dk2"/>
            </a:solidFill>
            <a:prstDash val="solid"/>
            <a:round/>
            <a:headEnd len="sm" w="sm" type="none"/>
            <a:tailEnd len="sm" w="sm" type="none"/>
          </a:ln>
        </p:spPr>
      </p:pic>
      <p:cxnSp>
        <p:nvCxnSpPr>
          <p:cNvPr id="336" name="Google Shape;336;p65"/>
          <p:cNvCxnSpPr/>
          <p:nvPr/>
        </p:nvCxnSpPr>
        <p:spPr>
          <a:xfrm flipH="1" rot="10800000">
            <a:off x="2561825" y="615725"/>
            <a:ext cx="983100" cy="3961800"/>
          </a:xfrm>
          <a:prstGeom prst="straightConnector1">
            <a:avLst/>
          </a:prstGeom>
          <a:noFill/>
          <a:ln cap="flat" cmpd="sng" w="19050">
            <a:solidFill>
              <a:schemeClr val="dk1"/>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66"/>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Class C Motorhomes Email</a:t>
            </a:r>
            <a:endParaRPr/>
          </a:p>
        </p:txBody>
      </p:sp>
      <p:pic>
        <p:nvPicPr>
          <p:cNvPr id="342" name="Google Shape;342;p66"/>
          <p:cNvPicPr preferRelativeResize="0"/>
          <p:nvPr/>
        </p:nvPicPr>
        <p:blipFill rotWithShape="1">
          <a:blip r:embed="rId3">
            <a:alphaModFix/>
          </a:blip>
          <a:srcRect b="5935" l="19194" r="20579" t="0"/>
          <a:stretch/>
        </p:blipFill>
        <p:spPr>
          <a:xfrm>
            <a:off x="7563570" y="327475"/>
            <a:ext cx="1382905" cy="4676198"/>
          </a:xfrm>
          <a:prstGeom prst="rect">
            <a:avLst/>
          </a:prstGeom>
          <a:noFill/>
          <a:ln cap="flat" cmpd="sng" w="9525">
            <a:solidFill>
              <a:schemeClr val="dk2"/>
            </a:solidFill>
            <a:prstDash val="solid"/>
            <a:round/>
            <a:headEnd len="sm" w="sm" type="none"/>
            <a:tailEnd len="sm" w="sm" type="none"/>
          </a:ln>
        </p:spPr>
      </p:pic>
      <p:pic>
        <p:nvPicPr>
          <p:cNvPr id="343" name="Google Shape;343;p66"/>
          <p:cNvPicPr preferRelativeResize="0"/>
          <p:nvPr/>
        </p:nvPicPr>
        <p:blipFill rotWithShape="1">
          <a:blip r:embed="rId3">
            <a:alphaModFix/>
          </a:blip>
          <a:srcRect b="41072" l="19194" r="20579" t="0"/>
          <a:stretch/>
        </p:blipFill>
        <p:spPr>
          <a:xfrm>
            <a:off x="371525" y="506500"/>
            <a:ext cx="1907659" cy="4041001"/>
          </a:xfrm>
          <a:prstGeom prst="rect">
            <a:avLst/>
          </a:prstGeom>
          <a:noFill/>
          <a:ln cap="flat" cmpd="sng" w="14450">
            <a:solidFill>
              <a:schemeClr val="dk2"/>
            </a:solidFill>
            <a:prstDash val="solid"/>
            <a:round/>
            <a:headEnd len="sm" w="sm" type="none"/>
            <a:tailEnd len="sm" w="sm" type="none"/>
          </a:ln>
        </p:spPr>
      </p:pic>
      <p:pic>
        <p:nvPicPr>
          <p:cNvPr id="344" name="Google Shape;344;p66"/>
          <p:cNvPicPr preferRelativeResize="0"/>
          <p:nvPr/>
        </p:nvPicPr>
        <p:blipFill rotWithShape="1">
          <a:blip r:embed="rId3">
            <a:alphaModFix/>
          </a:blip>
          <a:srcRect b="5938" l="19194" r="20579" t="58925"/>
          <a:stretch/>
        </p:blipFill>
        <p:spPr>
          <a:xfrm>
            <a:off x="3340979" y="893589"/>
            <a:ext cx="1907647" cy="2409569"/>
          </a:xfrm>
          <a:prstGeom prst="rect">
            <a:avLst/>
          </a:prstGeom>
          <a:noFill/>
          <a:ln cap="flat" cmpd="sng" w="14450">
            <a:solidFill>
              <a:schemeClr val="dk2"/>
            </a:solidFill>
            <a:prstDash val="solid"/>
            <a:round/>
            <a:headEnd len="sm" w="sm" type="none"/>
            <a:tailEnd len="sm" w="sm" type="none"/>
          </a:ln>
        </p:spPr>
      </p:pic>
      <p:cxnSp>
        <p:nvCxnSpPr>
          <p:cNvPr id="345" name="Google Shape;345;p66"/>
          <p:cNvCxnSpPr/>
          <p:nvPr/>
        </p:nvCxnSpPr>
        <p:spPr>
          <a:xfrm flipH="1" rot="10800000">
            <a:off x="2363225" y="893600"/>
            <a:ext cx="893700" cy="3614400"/>
          </a:xfrm>
          <a:prstGeom prst="straightConnector1">
            <a:avLst/>
          </a:prstGeom>
          <a:noFill/>
          <a:ln cap="flat" cmpd="sng" w="19050">
            <a:solidFill>
              <a:schemeClr val="dk1"/>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67"/>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Aged Inventory EMail</a:t>
            </a:r>
            <a:endParaRPr/>
          </a:p>
        </p:txBody>
      </p:sp>
      <p:pic>
        <p:nvPicPr>
          <p:cNvPr id="351" name="Google Shape;351;p67"/>
          <p:cNvPicPr preferRelativeResize="0"/>
          <p:nvPr/>
        </p:nvPicPr>
        <p:blipFill rotWithShape="1">
          <a:blip r:embed="rId3">
            <a:alphaModFix/>
          </a:blip>
          <a:srcRect b="6218" l="20738" r="20680" t="0"/>
          <a:stretch/>
        </p:blipFill>
        <p:spPr>
          <a:xfrm>
            <a:off x="148925" y="450000"/>
            <a:ext cx="1395376" cy="4583849"/>
          </a:xfrm>
          <a:prstGeom prst="rect">
            <a:avLst/>
          </a:prstGeom>
          <a:noFill/>
          <a:ln cap="flat" cmpd="sng" w="9525">
            <a:solidFill>
              <a:schemeClr val="dk2"/>
            </a:solidFill>
            <a:prstDash val="solid"/>
            <a:round/>
            <a:headEnd len="sm" w="sm" type="none"/>
            <a:tailEnd len="sm" w="sm" type="none"/>
          </a:ln>
        </p:spPr>
      </p:pic>
      <p:pic>
        <p:nvPicPr>
          <p:cNvPr id="352" name="Google Shape;352;p67"/>
          <p:cNvPicPr preferRelativeResize="0"/>
          <p:nvPr/>
        </p:nvPicPr>
        <p:blipFill rotWithShape="1">
          <a:blip r:embed="rId4">
            <a:alphaModFix/>
          </a:blip>
          <a:srcRect b="6244" l="20735" r="21038" t="0"/>
          <a:stretch/>
        </p:blipFill>
        <p:spPr>
          <a:xfrm>
            <a:off x="5712800" y="436650"/>
            <a:ext cx="1395376" cy="4610540"/>
          </a:xfrm>
          <a:prstGeom prst="rect">
            <a:avLst/>
          </a:prstGeom>
          <a:noFill/>
          <a:ln cap="flat" cmpd="sng" w="9525">
            <a:solidFill>
              <a:schemeClr val="dk2"/>
            </a:solidFill>
            <a:prstDash val="solid"/>
            <a:round/>
            <a:headEnd len="sm" w="sm" type="none"/>
            <a:tailEnd len="sm" w="sm" type="none"/>
          </a:ln>
        </p:spPr>
      </p:pic>
      <p:pic>
        <p:nvPicPr>
          <p:cNvPr id="353" name="Google Shape;353;p67"/>
          <p:cNvPicPr preferRelativeResize="0"/>
          <p:nvPr/>
        </p:nvPicPr>
        <p:blipFill rotWithShape="1">
          <a:blip r:embed="rId5">
            <a:alphaModFix/>
          </a:blip>
          <a:srcRect b="6244" l="20586" r="20379" t="0"/>
          <a:stretch/>
        </p:blipFill>
        <p:spPr>
          <a:xfrm>
            <a:off x="2894250" y="423050"/>
            <a:ext cx="1423101" cy="4637727"/>
          </a:xfrm>
          <a:prstGeom prst="rect">
            <a:avLst/>
          </a:prstGeom>
          <a:noFill/>
          <a:ln cap="flat" cmpd="sng" w="9525">
            <a:solidFill>
              <a:schemeClr val="dk2"/>
            </a:solidFill>
            <a:prstDash val="solid"/>
            <a:round/>
            <a:headEnd len="sm" w="sm" type="none"/>
            <a:tailEnd len="sm" w="sm" type="none"/>
          </a:ln>
        </p:spPr>
      </p:pic>
      <p:sp>
        <p:nvSpPr>
          <p:cNvPr id="354" name="Google Shape;354;p67"/>
          <p:cNvSpPr txBox="1"/>
          <p:nvPr/>
        </p:nvSpPr>
        <p:spPr>
          <a:xfrm>
            <a:off x="1628475" y="886875"/>
            <a:ext cx="1102200" cy="3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Iowa</a:t>
            </a:r>
            <a:endParaRPr sz="1800">
              <a:solidFill>
                <a:schemeClr val="dk2"/>
              </a:solidFill>
              <a:latin typeface="Roboto"/>
              <a:ea typeface="Roboto"/>
              <a:cs typeface="Roboto"/>
              <a:sym typeface="Roboto"/>
            </a:endParaRPr>
          </a:p>
        </p:txBody>
      </p:sp>
      <p:sp>
        <p:nvSpPr>
          <p:cNvPr id="355" name="Google Shape;355;p67"/>
          <p:cNvSpPr txBox="1"/>
          <p:nvPr/>
        </p:nvSpPr>
        <p:spPr>
          <a:xfrm>
            <a:off x="4378050" y="886863"/>
            <a:ext cx="1102200" cy="3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Indiana</a:t>
            </a:r>
            <a:endParaRPr sz="1800">
              <a:solidFill>
                <a:schemeClr val="dk2"/>
              </a:solidFill>
              <a:latin typeface="Roboto"/>
              <a:ea typeface="Roboto"/>
              <a:cs typeface="Roboto"/>
              <a:sym typeface="Roboto"/>
            </a:endParaRPr>
          </a:p>
        </p:txBody>
      </p:sp>
      <p:sp>
        <p:nvSpPr>
          <p:cNvPr id="356" name="Google Shape;356;p67"/>
          <p:cNvSpPr txBox="1"/>
          <p:nvPr/>
        </p:nvSpPr>
        <p:spPr>
          <a:xfrm>
            <a:off x="7261325" y="886863"/>
            <a:ext cx="1102200" cy="3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Illinois</a:t>
            </a:r>
            <a:endParaRPr sz="1800">
              <a:solidFill>
                <a:schemeClr val="dk2"/>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360" name="Shape 360"/>
        <p:cNvGrpSpPr/>
        <p:nvPr/>
      </p:nvGrpSpPr>
      <p:grpSpPr>
        <a:xfrm>
          <a:off x="0" y="0"/>
          <a:ext cx="0" cy="0"/>
          <a:chOff x="0" y="0"/>
          <a:chExt cx="0" cy="0"/>
        </a:xfrm>
      </p:grpSpPr>
      <p:sp>
        <p:nvSpPr>
          <p:cNvPr id="361" name="Google Shape;361;p68"/>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Results</a:t>
            </a:r>
            <a:endParaRPr sz="4800">
              <a:solidFill>
                <a:schemeClr val="lt1"/>
              </a:solidFill>
            </a:endParaRPr>
          </a:p>
        </p:txBody>
      </p:sp>
      <p:sp>
        <p:nvSpPr>
          <p:cNvPr id="362" name="Google Shape;362;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3" name="Google Shape;363;p68"/>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364" name="Google Shape;364;p68"/>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69"/>
          <p:cNvSpPr txBox="1"/>
          <p:nvPr>
            <p:ph type="title"/>
          </p:nvPr>
        </p:nvSpPr>
        <p:spPr>
          <a:xfrm>
            <a:off x="24450" y="0"/>
            <a:ext cx="66282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Smart Analytics VDPs - March</a:t>
            </a:r>
            <a:endParaRPr/>
          </a:p>
        </p:txBody>
      </p:sp>
      <p:graphicFrame>
        <p:nvGraphicFramePr>
          <p:cNvPr id="370" name="Google Shape;370;p69"/>
          <p:cNvGraphicFramePr/>
          <p:nvPr/>
        </p:nvGraphicFramePr>
        <p:xfrm>
          <a:off x="767988" y="2658816"/>
          <a:ext cx="3000000" cy="3000000"/>
        </p:xfrm>
        <a:graphic>
          <a:graphicData uri="http://schemas.openxmlformats.org/drawingml/2006/table">
            <a:tbl>
              <a:tblPr>
                <a:noFill/>
                <a:tableStyleId>{7E530ABA-82E6-40B3-9370-665EBA873D1E}</a:tableStyleId>
              </a:tblPr>
              <a:tblGrid>
                <a:gridCol w="1223900"/>
                <a:gridCol w="1049050"/>
                <a:gridCol w="1398750"/>
                <a:gridCol w="1190600"/>
                <a:gridCol w="1090675"/>
                <a:gridCol w="857550"/>
              </a:tblGrid>
              <a:tr h="427075">
                <a:tc>
                  <a:txBody>
                    <a:bodyPr/>
                    <a:lstStyle/>
                    <a:p>
                      <a:pPr indent="0" lvl="0" marL="0" rtl="0" algn="ctr">
                        <a:lnSpc>
                          <a:spcPct val="115000"/>
                        </a:lnSpc>
                        <a:spcBef>
                          <a:spcPts val="0"/>
                        </a:spcBef>
                        <a:spcAft>
                          <a:spcPts val="0"/>
                        </a:spcAft>
                        <a:buNone/>
                      </a:pPr>
                      <a:r>
                        <a:rPr b="1" lang="en" sz="1200"/>
                        <a:t>Month</a:t>
                      </a:r>
                      <a:endParaRPr b="1" sz="12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Total</a:t>
                      </a:r>
                      <a:endParaRPr b="1" sz="12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Organic Search</a:t>
                      </a:r>
                      <a:endParaRPr b="1" sz="12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Paid Search + Cross Network</a:t>
                      </a:r>
                      <a:endParaRPr b="1" sz="12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Facebook</a:t>
                      </a:r>
                      <a:endParaRPr b="1" sz="12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Direct</a:t>
                      </a:r>
                      <a:endParaRPr b="1" sz="12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FF00"/>
                    </a:solidFill>
                  </a:tcPr>
                </a:tc>
              </a:tr>
              <a:tr h="294775">
                <a:tc>
                  <a:txBody>
                    <a:bodyPr/>
                    <a:lstStyle/>
                    <a:p>
                      <a:pPr indent="0" lvl="0" marL="0" rtl="0" algn="ctr">
                        <a:lnSpc>
                          <a:spcPct val="115000"/>
                        </a:lnSpc>
                        <a:spcBef>
                          <a:spcPts val="0"/>
                        </a:spcBef>
                        <a:spcAft>
                          <a:spcPts val="0"/>
                        </a:spcAft>
                        <a:buNone/>
                      </a:pPr>
                      <a:r>
                        <a:rPr b="1" lang="en" sz="1100"/>
                        <a:t>March</a:t>
                      </a:r>
                      <a:endParaRPr b="1" sz="11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r h="294775">
                <a:tc>
                  <a:txBody>
                    <a:bodyPr/>
                    <a:lstStyle/>
                    <a:p>
                      <a:pPr indent="0" lvl="0" marL="0" rtl="0" algn="ctr">
                        <a:lnSpc>
                          <a:spcPct val="115000"/>
                        </a:lnSpc>
                        <a:spcBef>
                          <a:spcPts val="0"/>
                        </a:spcBef>
                        <a:spcAft>
                          <a:spcPts val="0"/>
                        </a:spcAft>
                        <a:buNone/>
                      </a:pPr>
                      <a:r>
                        <a:rPr b="1" lang="en" sz="1100"/>
                        <a:t>February</a:t>
                      </a:r>
                      <a:endParaRPr b="1" sz="11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r h="294775">
                <a:tc>
                  <a:txBody>
                    <a:bodyPr/>
                    <a:lstStyle/>
                    <a:p>
                      <a:pPr indent="0" lvl="0" marL="0" rtl="0" algn="ctr">
                        <a:lnSpc>
                          <a:spcPct val="115000"/>
                        </a:lnSpc>
                        <a:spcBef>
                          <a:spcPts val="0"/>
                        </a:spcBef>
                        <a:spcAft>
                          <a:spcPts val="0"/>
                        </a:spcAft>
                        <a:buNone/>
                      </a:pPr>
                      <a:r>
                        <a:rPr b="1" lang="en" sz="1100"/>
                        <a:t>% Change</a:t>
                      </a:r>
                      <a:endParaRPr b="1" sz="11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bl>
          </a:graphicData>
        </a:graphic>
      </p:graphicFrame>
      <p:pic>
        <p:nvPicPr>
          <p:cNvPr id="371" name="Google Shape;371;p69"/>
          <p:cNvPicPr preferRelativeResize="0"/>
          <p:nvPr/>
        </p:nvPicPr>
        <p:blipFill rotWithShape="1">
          <a:blip r:embed="rId3">
            <a:alphaModFix/>
          </a:blip>
          <a:srcRect b="0" l="-450" r="450" t="0"/>
          <a:stretch/>
        </p:blipFill>
        <p:spPr>
          <a:xfrm>
            <a:off x="238600" y="578226"/>
            <a:ext cx="7733048" cy="1993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5" name="Shape 375"/>
        <p:cNvGrpSpPr/>
        <p:nvPr/>
      </p:nvGrpSpPr>
      <p:grpSpPr>
        <a:xfrm>
          <a:off x="0" y="0"/>
          <a:ext cx="0" cy="0"/>
          <a:chOff x="0" y="0"/>
          <a:chExt cx="0" cy="0"/>
        </a:xfrm>
      </p:grpSpPr>
      <p:sp>
        <p:nvSpPr>
          <p:cNvPr id="376" name="Google Shape;376;p70"/>
          <p:cNvSpPr txBox="1"/>
          <p:nvPr>
            <p:ph type="title"/>
          </p:nvPr>
        </p:nvSpPr>
        <p:spPr>
          <a:xfrm>
            <a:off x="0" y="0"/>
            <a:ext cx="5721900" cy="391200"/>
          </a:xfrm>
          <a:prstGeom prst="rect">
            <a:avLst/>
          </a:prstGeom>
        </p:spPr>
        <p:txBody>
          <a:bodyPr anchorCtr="0" anchor="t" bIns="91425" lIns="91425" spcFirstLastPara="1" rIns="116975" wrap="square" tIns="91425">
            <a:normAutofit fontScale="90000"/>
          </a:bodyPr>
          <a:lstStyle/>
          <a:p>
            <a:pPr indent="0" lvl="0" marL="0" rtl="0" algn="l">
              <a:spcBef>
                <a:spcPts val="0"/>
              </a:spcBef>
              <a:spcAft>
                <a:spcPts val="0"/>
              </a:spcAft>
              <a:buNone/>
            </a:pPr>
            <a:r>
              <a:rPr lang="en"/>
              <a:t>What Converts Leads March </a:t>
            </a:r>
            <a:endParaRPr>
              <a:latin typeface="Roboto"/>
              <a:ea typeface="Roboto"/>
              <a:cs typeface="Roboto"/>
              <a:sym typeface="Roboto"/>
            </a:endParaRPr>
          </a:p>
        </p:txBody>
      </p:sp>
      <p:sp>
        <p:nvSpPr>
          <p:cNvPr id="377" name="Google Shape;377;p70"/>
          <p:cNvSpPr/>
          <p:nvPr/>
        </p:nvSpPr>
        <p:spPr>
          <a:xfrm>
            <a:off x="6957250" y="553550"/>
            <a:ext cx="1398300" cy="664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aphicFrame>
        <p:nvGraphicFramePr>
          <p:cNvPr id="378" name="Google Shape;378;p70"/>
          <p:cNvGraphicFramePr/>
          <p:nvPr/>
        </p:nvGraphicFramePr>
        <p:xfrm>
          <a:off x="4727975" y="553550"/>
          <a:ext cx="3000000" cy="3000000"/>
        </p:xfrm>
        <a:graphic>
          <a:graphicData uri="http://schemas.openxmlformats.org/drawingml/2006/table">
            <a:tbl>
              <a:tblPr>
                <a:noFill/>
                <a:tableStyleId>{7E530ABA-82E6-40B3-9370-665EBA873D1E}</a:tableStyleId>
              </a:tblPr>
              <a:tblGrid>
                <a:gridCol w="1580500"/>
                <a:gridCol w="1292475"/>
                <a:gridCol w="1428750"/>
              </a:tblGrid>
              <a:tr h="203700">
                <a:tc>
                  <a:txBody>
                    <a:bodyPr/>
                    <a:lstStyle/>
                    <a:p>
                      <a:pPr indent="0" lvl="0" marL="0" rtl="0" algn="l">
                        <a:lnSpc>
                          <a:spcPct val="115000"/>
                        </a:lnSpc>
                        <a:spcBef>
                          <a:spcPts val="0"/>
                        </a:spcBef>
                        <a:spcAft>
                          <a:spcPts val="0"/>
                        </a:spcAft>
                        <a:buNone/>
                      </a:pPr>
                      <a:r>
                        <a:rPr b="1" lang="en" sz="1200"/>
                        <a:t>Source/ Medium</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203700">
                <a:tc>
                  <a:txBody>
                    <a:bodyPr/>
                    <a:lstStyle/>
                    <a:p>
                      <a:pPr indent="0" lvl="0" marL="0" rtl="0" algn="l">
                        <a:lnSpc>
                          <a:spcPct val="115000"/>
                        </a:lnSpc>
                        <a:spcBef>
                          <a:spcPts val="0"/>
                        </a:spcBef>
                        <a:spcAft>
                          <a:spcPts val="0"/>
                        </a:spcAft>
                        <a:buNone/>
                      </a:pPr>
                      <a:r>
                        <a:rPr lang="en" sz="1100"/>
                        <a:t>Direct</a:t>
                      </a:r>
                      <a:endParaRPr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8775">
                <a:tc>
                  <a:txBody>
                    <a:bodyPr/>
                    <a:lstStyle/>
                    <a:p>
                      <a:pPr indent="0" lvl="0" marL="0" rtl="0" algn="l">
                        <a:lnSpc>
                          <a:spcPct val="115000"/>
                        </a:lnSpc>
                        <a:spcBef>
                          <a:spcPts val="0"/>
                        </a:spcBef>
                        <a:spcAft>
                          <a:spcPts val="0"/>
                        </a:spcAft>
                        <a:buNone/>
                      </a:pPr>
                      <a:r>
                        <a:rPr lang="en" sz="1100"/>
                        <a:t>Google PPC</a:t>
                      </a:r>
                      <a:endParaRPr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3700">
                <a:tc>
                  <a:txBody>
                    <a:bodyPr/>
                    <a:lstStyle/>
                    <a:p>
                      <a:pPr indent="0" lvl="0" marL="0" rtl="0" algn="l">
                        <a:lnSpc>
                          <a:spcPct val="115000"/>
                        </a:lnSpc>
                        <a:spcBef>
                          <a:spcPts val="0"/>
                        </a:spcBef>
                        <a:spcAft>
                          <a:spcPts val="0"/>
                        </a:spcAft>
                        <a:buNone/>
                      </a:pPr>
                      <a:r>
                        <a:rPr lang="en" sz="1100"/>
                        <a:t>email</a:t>
                      </a:r>
                      <a:endParaRPr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3700">
                <a:tc>
                  <a:txBody>
                    <a:bodyPr/>
                    <a:lstStyle/>
                    <a:p>
                      <a:pPr indent="0" lvl="0" marL="0" rtl="0" algn="l">
                        <a:lnSpc>
                          <a:spcPct val="115000"/>
                        </a:lnSpc>
                        <a:spcBef>
                          <a:spcPts val="0"/>
                        </a:spcBef>
                        <a:spcAft>
                          <a:spcPts val="0"/>
                        </a:spcAft>
                        <a:buNone/>
                      </a:pPr>
                      <a:r>
                        <a:rPr lang="en" sz="1100"/>
                        <a:t>organic</a:t>
                      </a:r>
                      <a:endParaRPr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3700">
                <a:tc>
                  <a:txBody>
                    <a:bodyPr/>
                    <a:lstStyle/>
                    <a:p>
                      <a:pPr indent="0" lvl="0" marL="0" rtl="0" algn="l">
                        <a:lnSpc>
                          <a:spcPct val="115000"/>
                        </a:lnSpc>
                        <a:spcBef>
                          <a:spcPts val="0"/>
                        </a:spcBef>
                        <a:spcAft>
                          <a:spcPts val="0"/>
                        </a:spcAft>
                        <a:buNone/>
                      </a:pPr>
                      <a:r>
                        <a:rPr lang="en" sz="1100"/>
                        <a:t>referral</a:t>
                      </a:r>
                      <a:endParaRPr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3700">
                <a:tc>
                  <a:txBody>
                    <a:bodyPr/>
                    <a:lstStyle/>
                    <a:p>
                      <a:pPr indent="0" lvl="0" marL="0" rtl="0" algn="l">
                        <a:lnSpc>
                          <a:spcPct val="115000"/>
                        </a:lnSpc>
                        <a:spcBef>
                          <a:spcPts val="0"/>
                        </a:spcBef>
                        <a:spcAft>
                          <a:spcPts val="0"/>
                        </a:spcAft>
                        <a:buNone/>
                      </a:pPr>
                      <a:r>
                        <a:rPr lang="en" sz="1100"/>
                        <a:t>Facebook</a:t>
                      </a:r>
                      <a:endParaRPr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3700">
                <a:tc>
                  <a:txBody>
                    <a:bodyPr/>
                    <a:lstStyle/>
                    <a:p>
                      <a:pPr indent="0" lvl="0" marL="0" rtl="0" algn="l">
                        <a:lnSpc>
                          <a:spcPct val="115000"/>
                        </a:lnSpc>
                        <a:spcBef>
                          <a:spcPts val="0"/>
                        </a:spcBef>
                        <a:spcAft>
                          <a:spcPts val="0"/>
                        </a:spcAft>
                        <a:buNone/>
                      </a:pPr>
                      <a:r>
                        <a:rPr b="1" lang="en" sz="1100"/>
                        <a:t>Grand Total</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r>
            </a:tbl>
          </a:graphicData>
        </a:graphic>
      </p:graphicFrame>
      <p:graphicFrame>
        <p:nvGraphicFramePr>
          <p:cNvPr id="379" name="Google Shape;379;p70"/>
          <p:cNvGraphicFramePr/>
          <p:nvPr/>
        </p:nvGraphicFramePr>
        <p:xfrm>
          <a:off x="78463" y="3028800"/>
          <a:ext cx="3000000" cy="3000000"/>
        </p:xfrm>
        <a:graphic>
          <a:graphicData uri="http://schemas.openxmlformats.org/drawingml/2006/table">
            <a:tbl>
              <a:tblPr>
                <a:noFill/>
                <a:tableStyleId>{7E530ABA-82E6-40B3-9370-665EBA873D1E}</a:tableStyleId>
              </a:tblPr>
              <a:tblGrid>
                <a:gridCol w="1349075"/>
                <a:gridCol w="702650"/>
                <a:gridCol w="702650"/>
                <a:gridCol w="702650"/>
                <a:gridCol w="702650"/>
                <a:gridCol w="702650"/>
                <a:gridCol w="702650"/>
              </a:tblGrid>
              <a:tr h="201575">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Form Name</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Direct</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Google CPC</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facebook</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organic</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referral</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Grand Total</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r>
              <a:tr h="369550">
                <a:tc>
                  <a:txBody>
                    <a:bodyPr/>
                    <a:lstStyle/>
                    <a:p>
                      <a:pPr indent="0" lvl="0" marL="0" rtl="0" algn="l">
                        <a:lnSpc>
                          <a:spcPct val="115000"/>
                        </a:lnSpc>
                        <a:spcBef>
                          <a:spcPts val="0"/>
                        </a:spcBef>
                        <a:spcAft>
                          <a:spcPts val="0"/>
                        </a:spcAft>
                        <a:buNone/>
                      </a:pPr>
                      <a:r>
                        <a:rPr lang="en" sz="1100">
                          <a:latin typeface="Calibri"/>
                          <a:ea typeface="Calibri"/>
                          <a:cs typeface="Calibri"/>
                          <a:sym typeface="Calibri"/>
                        </a:rPr>
                        <a:t>Contact Sales - Product Page</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1575">
                <a:tc>
                  <a:txBody>
                    <a:bodyPr/>
                    <a:lstStyle/>
                    <a:p>
                      <a:pPr indent="0" lvl="0" marL="0" rtl="0" algn="l">
                        <a:lnSpc>
                          <a:spcPct val="115000"/>
                        </a:lnSpc>
                        <a:spcBef>
                          <a:spcPts val="0"/>
                        </a:spcBef>
                        <a:spcAft>
                          <a:spcPts val="0"/>
                        </a:spcAft>
                        <a:buNone/>
                      </a:pPr>
                      <a:r>
                        <a:rPr lang="en" sz="1100">
                          <a:latin typeface="Calibri"/>
                          <a:ea typeface="Calibri"/>
                          <a:cs typeface="Calibri"/>
                          <a:sym typeface="Calibri"/>
                        </a:rPr>
                        <a:t>Price Drop</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1575">
                <a:tc>
                  <a:txBody>
                    <a:bodyPr/>
                    <a:lstStyle/>
                    <a:p>
                      <a:pPr indent="0" lvl="0" marL="0" rtl="0" algn="l">
                        <a:lnSpc>
                          <a:spcPct val="115000"/>
                        </a:lnSpc>
                        <a:spcBef>
                          <a:spcPts val="0"/>
                        </a:spcBef>
                        <a:spcAft>
                          <a:spcPts val="0"/>
                        </a:spcAft>
                        <a:buNone/>
                      </a:pPr>
                      <a:r>
                        <a:rPr lang="en" sz="1100">
                          <a:latin typeface="Calibri"/>
                          <a:ea typeface="Calibri"/>
                          <a:cs typeface="Calibri"/>
                          <a:sym typeface="Calibri"/>
                        </a:rPr>
                        <a:t>Unlock Internet Price</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1575">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Grand Total</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r>
            </a:tbl>
          </a:graphicData>
        </a:graphic>
      </p:graphicFrame>
      <p:pic>
        <p:nvPicPr>
          <p:cNvPr id="380" name="Google Shape;380;p70" title="Screenshot 2026-03-31 at 10.14.43 AM.png"/>
          <p:cNvPicPr preferRelativeResize="0"/>
          <p:nvPr/>
        </p:nvPicPr>
        <p:blipFill>
          <a:blip r:embed="rId3">
            <a:alphaModFix/>
          </a:blip>
          <a:stretch>
            <a:fillRect/>
          </a:stretch>
        </p:blipFill>
        <p:spPr>
          <a:xfrm>
            <a:off x="6229751" y="2698219"/>
            <a:ext cx="2395550" cy="1939080"/>
          </a:xfrm>
          <a:prstGeom prst="rect">
            <a:avLst/>
          </a:prstGeom>
          <a:noFill/>
          <a:ln>
            <a:noFill/>
          </a:ln>
        </p:spPr>
      </p:pic>
      <p:pic>
        <p:nvPicPr>
          <p:cNvPr id="381" name="Google Shape;381;p70"/>
          <p:cNvPicPr preferRelativeResize="0"/>
          <p:nvPr/>
        </p:nvPicPr>
        <p:blipFill>
          <a:blip r:embed="rId4">
            <a:alphaModFix/>
          </a:blip>
          <a:stretch>
            <a:fillRect/>
          </a:stretch>
        </p:blipFill>
        <p:spPr>
          <a:xfrm>
            <a:off x="152400" y="543600"/>
            <a:ext cx="4423176" cy="215461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5" name="Shape 385"/>
        <p:cNvGrpSpPr/>
        <p:nvPr/>
      </p:nvGrpSpPr>
      <p:grpSpPr>
        <a:xfrm>
          <a:off x="0" y="0"/>
          <a:ext cx="0" cy="0"/>
          <a:chOff x="0" y="0"/>
          <a:chExt cx="0" cy="0"/>
        </a:xfrm>
      </p:grpSpPr>
      <p:sp>
        <p:nvSpPr>
          <p:cNvPr id="386" name="Google Shape;386;p71"/>
          <p:cNvSpPr txBox="1"/>
          <p:nvPr>
            <p:ph type="title"/>
          </p:nvPr>
        </p:nvSpPr>
        <p:spPr>
          <a:xfrm>
            <a:off x="0" y="0"/>
            <a:ext cx="5721900" cy="391200"/>
          </a:xfrm>
          <a:prstGeom prst="rect">
            <a:avLst/>
          </a:prstGeom>
        </p:spPr>
        <p:txBody>
          <a:bodyPr anchorCtr="0" anchor="t" bIns="91425" lIns="91425" spcFirstLastPara="1" rIns="116975" wrap="square" tIns="91425">
            <a:normAutofit fontScale="90000"/>
          </a:bodyPr>
          <a:lstStyle/>
          <a:p>
            <a:pPr indent="0" lvl="0" marL="0" rtl="0" algn="l">
              <a:spcBef>
                <a:spcPts val="0"/>
              </a:spcBef>
              <a:spcAft>
                <a:spcPts val="0"/>
              </a:spcAft>
              <a:buNone/>
            </a:pPr>
            <a:r>
              <a:rPr lang="en"/>
              <a:t>Paid Search GA4 Overview - March</a:t>
            </a:r>
            <a:endParaRPr>
              <a:latin typeface="Roboto"/>
              <a:ea typeface="Roboto"/>
              <a:cs typeface="Roboto"/>
              <a:sym typeface="Roboto"/>
            </a:endParaRPr>
          </a:p>
        </p:txBody>
      </p:sp>
      <p:sp>
        <p:nvSpPr>
          <p:cNvPr id="387" name="Google Shape;387;p71"/>
          <p:cNvSpPr/>
          <p:nvPr/>
        </p:nvSpPr>
        <p:spPr>
          <a:xfrm>
            <a:off x="6957250" y="553550"/>
            <a:ext cx="1398300" cy="664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388" name="Google Shape;388;p71"/>
          <p:cNvPicPr preferRelativeResize="0"/>
          <p:nvPr/>
        </p:nvPicPr>
        <p:blipFill>
          <a:blip r:embed="rId3">
            <a:alphaModFix/>
          </a:blip>
          <a:stretch>
            <a:fillRect/>
          </a:stretch>
        </p:blipFill>
        <p:spPr>
          <a:xfrm>
            <a:off x="0" y="543672"/>
            <a:ext cx="9144000" cy="2099930"/>
          </a:xfrm>
          <a:prstGeom prst="rect">
            <a:avLst/>
          </a:prstGeom>
          <a:noFill/>
          <a:ln cap="flat" cmpd="sng" w="9525">
            <a:solidFill>
              <a:srgbClr val="595959"/>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72"/>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Zoomers RV Organic Search Data March </a:t>
            </a:r>
            <a:endParaRPr/>
          </a:p>
        </p:txBody>
      </p:sp>
      <p:graphicFrame>
        <p:nvGraphicFramePr>
          <p:cNvPr id="394" name="Google Shape;394;p72"/>
          <p:cNvGraphicFramePr/>
          <p:nvPr/>
        </p:nvGraphicFramePr>
        <p:xfrm>
          <a:off x="152400" y="666675"/>
          <a:ext cx="3000000" cy="3000000"/>
        </p:xfrm>
        <a:graphic>
          <a:graphicData uri="http://schemas.openxmlformats.org/drawingml/2006/table">
            <a:tbl>
              <a:tblPr>
                <a:noFill/>
                <a:tableStyleId>{7E530ABA-82E6-40B3-9370-665EBA873D1E}</a:tableStyleId>
              </a:tblPr>
              <a:tblGrid>
                <a:gridCol w="2598375"/>
                <a:gridCol w="2031450"/>
                <a:gridCol w="2031450"/>
                <a:gridCol w="1685000"/>
              </a:tblGrid>
              <a:tr h="361950">
                <a:tc>
                  <a:txBody>
                    <a:bodyPr/>
                    <a:lstStyle/>
                    <a:p>
                      <a:pPr indent="0" lvl="0" marL="0" rtl="0" algn="l">
                        <a:spcBef>
                          <a:spcPts val="0"/>
                        </a:spcBef>
                        <a:spcAft>
                          <a:spcPts val="0"/>
                        </a:spcAft>
                        <a:buNone/>
                      </a:pPr>
                      <a:r>
                        <a:rPr b="1" lang="en" sz="1200"/>
                        <a:t>Data Type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200"/>
                        <a:t>Overall Total</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200"/>
                        <a:t>Organic Search </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200"/>
                        <a:t>Organic Search % </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Users</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Sessions</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Pageviews</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Time on site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69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Bounce Rate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69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VDP</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Button Interaction</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Form Fill</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73"/>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Zoomers RV Paid Search Data March </a:t>
            </a:r>
            <a:endParaRPr/>
          </a:p>
        </p:txBody>
      </p:sp>
      <p:graphicFrame>
        <p:nvGraphicFramePr>
          <p:cNvPr id="400" name="Google Shape;400;p73"/>
          <p:cNvGraphicFramePr/>
          <p:nvPr/>
        </p:nvGraphicFramePr>
        <p:xfrm>
          <a:off x="152400" y="666675"/>
          <a:ext cx="3000000" cy="3000000"/>
        </p:xfrm>
        <a:graphic>
          <a:graphicData uri="http://schemas.openxmlformats.org/drawingml/2006/table">
            <a:tbl>
              <a:tblPr>
                <a:noFill/>
                <a:tableStyleId>{7E530ABA-82E6-40B3-9370-665EBA873D1E}</a:tableStyleId>
              </a:tblPr>
              <a:tblGrid>
                <a:gridCol w="2598375"/>
                <a:gridCol w="2031450"/>
                <a:gridCol w="2031450"/>
                <a:gridCol w="1685000"/>
              </a:tblGrid>
              <a:tr h="361950">
                <a:tc>
                  <a:txBody>
                    <a:bodyPr/>
                    <a:lstStyle/>
                    <a:p>
                      <a:pPr indent="0" lvl="0" marL="0" rtl="0" algn="l">
                        <a:spcBef>
                          <a:spcPts val="0"/>
                        </a:spcBef>
                        <a:spcAft>
                          <a:spcPts val="0"/>
                        </a:spcAft>
                        <a:buNone/>
                      </a:pPr>
                      <a:r>
                        <a:rPr b="1" lang="en" sz="1200"/>
                        <a:t>Data Type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200"/>
                        <a:t>Overall Total</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200"/>
                        <a:t>Paid Search </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200"/>
                        <a:t>Paid Search % </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Users</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Sessions</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Pageviews</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Time on site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6925">
                      <a:solidFill>
                        <a:schemeClr val="dk1"/>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Bounce Rate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VDP</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Button Interaction</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Form Fill</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74"/>
          <p:cNvSpPr txBox="1"/>
          <p:nvPr>
            <p:ph type="title"/>
          </p:nvPr>
        </p:nvSpPr>
        <p:spPr>
          <a:xfrm>
            <a:off x="24450" y="0"/>
            <a:ext cx="66282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Paid Search Ads Overview - March</a:t>
            </a:r>
            <a:endParaRPr/>
          </a:p>
        </p:txBody>
      </p:sp>
      <p:graphicFrame>
        <p:nvGraphicFramePr>
          <p:cNvPr id="406" name="Google Shape;406;p74"/>
          <p:cNvGraphicFramePr/>
          <p:nvPr/>
        </p:nvGraphicFramePr>
        <p:xfrm>
          <a:off x="529938" y="1456100"/>
          <a:ext cx="3000000" cy="3000000"/>
        </p:xfrm>
        <a:graphic>
          <a:graphicData uri="http://schemas.openxmlformats.org/drawingml/2006/table">
            <a:tbl>
              <a:tblPr>
                <a:noFill/>
                <a:tableStyleId>{7E530ABA-82E6-40B3-9370-665EBA873D1E}</a:tableStyleId>
              </a:tblPr>
              <a:tblGrid>
                <a:gridCol w="1235225"/>
                <a:gridCol w="1164950"/>
                <a:gridCol w="1173775"/>
                <a:gridCol w="989775"/>
                <a:gridCol w="1049875"/>
                <a:gridCol w="766550"/>
                <a:gridCol w="1505425"/>
              </a:tblGrid>
              <a:tr h="440975">
                <a:tc>
                  <a:txBody>
                    <a:bodyPr/>
                    <a:lstStyle/>
                    <a:p>
                      <a:pPr indent="0" lvl="0" marL="0" rtl="0" algn="l">
                        <a:spcBef>
                          <a:spcPts val="0"/>
                        </a:spcBef>
                        <a:spcAft>
                          <a:spcPts val="0"/>
                        </a:spcAft>
                        <a:buNone/>
                      </a:pPr>
                      <a:r>
                        <a:rPr b="1" lang="en"/>
                        <a:t>MOM</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Cost</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Impressions</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Clicks</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CPC</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CTR</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Search Impr Share</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279675">
                <a:tc>
                  <a:txBody>
                    <a:bodyPr/>
                    <a:lstStyle/>
                    <a:p>
                      <a:pPr indent="0" lvl="0" marL="0" rtl="0" algn="l">
                        <a:spcBef>
                          <a:spcPts val="0"/>
                        </a:spcBef>
                        <a:spcAft>
                          <a:spcPts val="0"/>
                        </a:spcAft>
                        <a:buNone/>
                      </a:pPr>
                      <a:r>
                        <a:rPr b="1" lang="en" sz="1200"/>
                        <a:t>March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9675">
                <a:tc>
                  <a:txBody>
                    <a:bodyPr/>
                    <a:lstStyle/>
                    <a:p>
                      <a:pPr indent="0" lvl="0" marL="0" rtl="0" algn="l">
                        <a:lnSpc>
                          <a:spcPct val="115000"/>
                        </a:lnSpc>
                        <a:spcBef>
                          <a:spcPts val="0"/>
                        </a:spcBef>
                        <a:spcAft>
                          <a:spcPts val="0"/>
                        </a:spcAft>
                        <a:buNone/>
                      </a:pPr>
                      <a:r>
                        <a:rPr b="1" lang="en" sz="1200"/>
                        <a:t>February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1175">
                <a:tc>
                  <a:txBody>
                    <a:bodyPr/>
                    <a:lstStyle/>
                    <a:p>
                      <a:pPr indent="0" lvl="0" marL="0" rtl="0" algn="l">
                        <a:lnSpc>
                          <a:spcPct val="115000"/>
                        </a:lnSpc>
                        <a:spcBef>
                          <a:spcPts val="0"/>
                        </a:spcBef>
                        <a:spcAft>
                          <a:spcPts val="0"/>
                        </a:spcAft>
                        <a:buNone/>
                      </a:pPr>
                      <a:r>
                        <a:rPr b="1" lang="en" sz="1200"/>
                        <a:t>Change %</a:t>
                      </a:r>
                      <a:endParaRPr b="1" sz="1200"/>
                    </a:p>
                  </a:txBody>
                  <a:tcPr marT="19050" marB="19050" marR="28575" marL="28575" anchor="b">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75"/>
          <p:cNvSpPr txBox="1"/>
          <p:nvPr>
            <p:ph type="title"/>
          </p:nvPr>
        </p:nvSpPr>
        <p:spPr>
          <a:xfrm>
            <a:off x="24450" y="0"/>
            <a:ext cx="66282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Paid Search Ads Overview - MoM March</a:t>
            </a:r>
            <a:endParaRPr/>
          </a:p>
        </p:txBody>
      </p:sp>
      <p:graphicFrame>
        <p:nvGraphicFramePr>
          <p:cNvPr id="412" name="Google Shape;412;p75"/>
          <p:cNvGraphicFramePr/>
          <p:nvPr/>
        </p:nvGraphicFramePr>
        <p:xfrm>
          <a:off x="1528200" y="466675"/>
          <a:ext cx="3000000" cy="3000000"/>
        </p:xfrm>
        <a:graphic>
          <a:graphicData uri="http://schemas.openxmlformats.org/drawingml/2006/table">
            <a:tbl>
              <a:tblPr>
                <a:noFill/>
                <a:tableStyleId>{7E530ABA-82E6-40B3-9370-665EBA873D1E}</a:tableStyleId>
              </a:tblPr>
              <a:tblGrid>
                <a:gridCol w="1191675"/>
                <a:gridCol w="1123900"/>
                <a:gridCol w="1132400"/>
                <a:gridCol w="954875"/>
                <a:gridCol w="1012850"/>
                <a:gridCol w="739525"/>
                <a:gridCol w="1281775"/>
              </a:tblGrid>
              <a:tr h="335475">
                <a:tc>
                  <a:txBody>
                    <a:bodyPr/>
                    <a:lstStyle/>
                    <a:p>
                      <a:pPr indent="0" lvl="0" marL="0" rtl="0" algn="l">
                        <a:spcBef>
                          <a:spcPts val="0"/>
                        </a:spcBef>
                        <a:spcAft>
                          <a:spcPts val="0"/>
                        </a:spcAft>
                        <a:buNone/>
                      </a:pPr>
                      <a:r>
                        <a:t/>
                      </a:r>
                      <a:endParaRPr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Cost</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Impression</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Clicks</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CPC</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CTR</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Search Impr Share</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r>
              <a:tr h="302675">
                <a:tc>
                  <a:txBody>
                    <a:bodyPr/>
                    <a:lstStyle/>
                    <a:p>
                      <a:pPr indent="0" lvl="0" marL="0" rtl="0" algn="l">
                        <a:spcBef>
                          <a:spcPts val="0"/>
                        </a:spcBef>
                        <a:spcAft>
                          <a:spcPts val="0"/>
                        </a:spcAft>
                        <a:buNone/>
                      </a:pPr>
                      <a:r>
                        <a:rPr b="1" lang="en" sz="1200"/>
                        <a:t>March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r>
              <a:tr h="302675">
                <a:tc>
                  <a:txBody>
                    <a:bodyPr/>
                    <a:lstStyle/>
                    <a:p>
                      <a:pPr indent="0" lvl="0" marL="0" rtl="0" algn="l">
                        <a:lnSpc>
                          <a:spcPct val="115000"/>
                        </a:lnSpc>
                        <a:spcBef>
                          <a:spcPts val="0"/>
                        </a:spcBef>
                        <a:spcAft>
                          <a:spcPts val="0"/>
                        </a:spcAft>
                        <a:buNone/>
                      </a:pPr>
                      <a:r>
                        <a:rPr b="1" lang="en" sz="1200"/>
                        <a:t>February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r>
              <a:tr h="259125">
                <a:tc>
                  <a:txBody>
                    <a:bodyPr/>
                    <a:lstStyle/>
                    <a:p>
                      <a:pPr indent="0" lvl="0" marL="0" rtl="0" algn="l">
                        <a:lnSpc>
                          <a:spcPct val="115000"/>
                        </a:lnSpc>
                        <a:spcBef>
                          <a:spcPts val="0"/>
                        </a:spcBef>
                        <a:spcAft>
                          <a:spcPts val="0"/>
                        </a:spcAft>
                        <a:buNone/>
                      </a:pPr>
                      <a:r>
                        <a:rPr b="1" lang="en" sz="1200"/>
                        <a:t>Change %</a:t>
                      </a:r>
                      <a:endParaRPr b="1" sz="1200"/>
                    </a:p>
                  </a:txBody>
                  <a:tcPr marT="19050" marB="19050" marR="28575" marL="28575" anchor="b">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413" name="Google Shape;413;p75"/>
          <p:cNvSpPr txBox="1"/>
          <p:nvPr>
            <p:ph type="title"/>
          </p:nvPr>
        </p:nvSpPr>
        <p:spPr>
          <a:xfrm>
            <a:off x="68550" y="466675"/>
            <a:ext cx="11430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Indiana</a:t>
            </a:r>
            <a:endParaRPr/>
          </a:p>
        </p:txBody>
      </p:sp>
      <p:graphicFrame>
        <p:nvGraphicFramePr>
          <p:cNvPr id="414" name="Google Shape;414;p75"/>
          <p:cNvGraphicFramePr/>
          <p:nvPr/>
        </p:nvGraphicFramePr>
        <p:xfrm>
          <a:off x="1528200" y="1815775"/>
          <a:ext cx="3000000" cy="3000000"/>
        </p:xfrm>
        <a:graphic>
          <a:graphicData uri="http://schemas.openxmlformats.org/drawingml/2006/table">
            <a:tbl>
              <a:tblPr>
                <a:noFill/>
                <a:tableStyleId>{7E530ABA-82E6-40B3-9370-665EBA873D1E}</a:tableStyleId>
              </a:tblPr>
              <a:tblGrid>
                <a:gridCol w="1164950"/>
                <a:gridCol w="1192925"/>
                <a:gridCol w="1012775"/>
                <a:gridCol w="933475"/>
                <a:gridCol w="990150"/>
                <a:gridCol w="838900"/>
                <a:gridCol w="1303825"/>
              </a:tblGrid>
              <a:tr h="307450">
                <a:tc>
                  <a:txBody>
                    <a:bodyPr/>
                    <a:lstStyle/>
                    <a:p>
                      <a:pPr indent="0" lvl="0" marL="0" rtl="0" algn="l">
                        <a:spcBef>
                          <a:spcPts val="0"/>
                        </a:spcBef>
                        <a:spcAft>
                          <a:spcPts val="0"/>
                        </a:spcAft>
                        <a:buNone/>
                      </a:pPr>
                      <a:r>
                        <a:t/>
                      </a:r>
                      <a:endParaRPr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Cost</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Impression</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Clicks</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CPC</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CTR</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Search Impr Share</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r>
              <a:tr h="304675">
                <a:tc>
                  <a:txBody>
                    <a:bodyPr/>
                    <a:lstStyle/>
                    <a:p>
                      <a:pPr indent="0" lvl="0" marL="0" rtl="0" algn="l">
                        <a:spcBef>
                          <a:spcPts val="0"/>
                        </a:spcBef>
                        <a:spcAft>
                          <a:spcPts val="0"/>
                        </a:spcAft>
                        <a:buNone/>
                      </a:pPr>
                      <a:r>
                        <a:rPr b="1" lang="en" sz="1200"/>
                        <a:t>March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r>
              <a:tr h="334325">
                <a:tc>
                  <a:txBody>
                    <a:bodyPr/>
                    <a:lstStyle/>
                    <a:p>
                      <a:pPr indent="0" lvl="0" marL="0" rtl="0" algn="l">
                        <a:lnSpc>
                          <a:spcPct val="115000"/>
                        </a:lnSpc>
                        <a:spcBef>
                          <a:spcPts val="0"/>
                        </a:spcBef>
                        <a:spcAft>
                          <a:spcPts val="0"/>
                        </a:spcAft>
                        <a:buNone/>
                      </a:pPr>
                      <a:r>
                        <a:rPr b="1" lang="en" sz="1200"/>
                        <a:t>February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r>
              <a:tr h="341475">
                <a:tc>
                  <a:txBody>
                    <a:bodyPr/>
                    <a:lstStyle/>
                    <a:p>
                      <a:pPr indent="0" lvl="0" marL="0" rtl="0" algn="l">
                        <a:lnSpc>
                          <a:spcPct val="115000"/>
                        </a:lnSpc>
                        <a:spcBef>
                          <a:spcPts val="0"/>
                        </a:spcBef>
                        <a:spcAft>
                          <a:spcPts val="0"/>
                        </a:spcAft>
                        <a:buNone/>
                      </a:pPr>
                      <a:r>
                        <a:rPr b="1" lang="en" sz="1200"/>
                        <a:t>Change %</a:t>
                      </a:r>
                      <a:endParaRPr b="1" sz="1200"/>
                    </a:p>
                  </a:txBody>
                  <a:tcPr marT="19050" marB="19050" marR="28575" marL="28575" anchor="b">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415" name="Google Shape;415;p75"/>
          <p:cNvSpPr txBox="1"/>
          <p:nvPr>
            <p:ph type="title"/>
          </p:nvPr>
        </p:nvSpPr>
        <p:spPr>
          <a:xfrm>
            <a:off x="68550" y="1815775"/>
            <a:ext cx="11430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Illinois</a:t>
            </a:r>
            <a:endParaRPr/>
          </a:p>
        </p:txBody>
      </p:sp>
      <p:sp>
        <p:nvSpPr>
          <p:cNvPr id="416" name="Google Shape;416;p75"/>
          <p:cNvSpPr txBox="1"/>
          <p:nvPr>
            <p:ph type="title"/>
          </p:nvPr>
        </p:nvSpPr>
        <p:spPr>
          <a:xfrm>
            <a:off x="68550" y="3268950"/>
            <a:ext cx="11430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Iowa</a:t>
            </a:r>
            <a:endParaRPr/>
          </a:p>
        </p:txBody>
      </p:sp>
      <p:graphicFrame>
        <p:nvGraphicFramePr>
          <p:cNvPr id="417" name="Google Shape;417;p75"/>
          <p:cNvGraphicFramePr/>
          <p:nvPr/>
        </p:nvGraphicFramePr>
        <p:xfrm>
          <a:off x="1528200" y="3268950"/>
          <a:ext cx="3000000" cy="3000000"/>
        </p:xfrm>
        <a:graphic>
          <a:graphicData uri="http://schemas.openxmlformats.org/drawingml/2006/table">
            <a:tbl>
              <a:tblPr>
                <a:noFill/>
                <a:tableStyleId>{7E530ABA-82E6-40B3-9370-665EBA873D1E}</a:tableStyleId>
              </a:tblPr>
              <a:tblGrid>
                <a:gridCol w="1191675"/>
                <a:gridCol w="1123900"/>
                <a:gridCol w="1132400"/>
                <a:gridCol w="954875"/>
                <a:gridCol w="1012850"/>
                <a:gridCol w="739525"/>
                <a:gridCol w="1281775"/>
              </a:tblGrid>
              <a:tr h="335475">
                <a:tc>
                  <a:txBody>
                    <a:bodyPr/>
                    <a:lstStyle/>
                    <a:p>
                      <a:pPr indent="0" lvl="0" marL="0" rtl="0" algn="l">
                        <a:spcBef>
                          <a:spcPts val="0"/>
                        </a:spcBef>
                        <a:spcAft>
                          <a:spcPts val="0"/>
                        </a:spcAft>
                        <a:buNone/>
                      </a:pPr>
                      <a:r>
                        <a:t/>
                      </a:r>
                      <a:endParaRPr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Cost</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Impression</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Clicks</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CPC</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CTR</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Search Impr Share</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r>
              <a:tr h="382100">
                <a:tc>
                  <a:txBody>
                    <a:bodyPr/>
                    <a:lstStyle/>
                    <a:p>
                      <a:pPr indent="0" lvl="0" marL="0" rtl="0" algn="l">
                        <a:spcBef>
                          <a:spcPts val="0"/>
                        </a:spcBef>
                        <a:spcAft>
                          <a:spcPts val="0"/>
                        </a:spcAft>
                        <a:buNone/>
                      </a:pPr>
                      <a:r>
                        <a:rPr b="1" lang="en" sz="1200"/>
                        <a:t>March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r>
              <a:tr h="372175">
                <a:tc>
                  <a:txBody>
                    <a:bodyPr/>
                    <a:lstStyle/>
                    <a:p>
                      <a:pPr indent="0" lvl="0" marL="0" rtl="0" algn="l">
                        <a:lnSpc>
                          <a:spcPct val="115000"/>
                        </a:lnSpc>
                        <a:spcBef>
                          <a:spcPts val="0"/>
                        </a:spcBef>
                        <a:spcAft>
                          <a:spcPts val="0"/>
                        </a:spcAft>
                        <a:buNone/>
                      </a:pPr>
                      <a:r>
                        <a:rPr b="1" lang="en" sz="1200"/>
                        <a:t>February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r>
              <a:tr h="293150">
                <a:tc>
                  <a:txBody>
                    <a:bodyPr/>
                    <a:lstStyle/>
                    <a:p>
                      <a:pPr indent="0" lvl="0" marL="0" rtl="0" algn="l">
                        <a:lnSpc>
                          <a:spcPct val="115000"/>
                        </a:lnSpc>
                        <a:spcBef>
                          <a:spcPts val="0"/>
                        </a:spcBef>
                        <a:spcAft>
                          <a:spcPts val="0"/>
                        </a:spcAft>
                        <a:buNone/>
                      </a:pPr>
                      <a:r>
                        <a:rPr b="1" lang="en" sz="1200"/>
                        <a:t>Change %</a:t>
                      </a:r>
                      <a:endParaRPr b="1" sz="1200"/>
                    </a:p>
                  </a:txBody>
                  <a:tcPr marT="19050" marB="19050" marR="28575" marL="28575" anchor="b">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76"/>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Pmax Ads Overview - March </a:t>
            </a:r>
            <a:endParaRPr/>
          </a:p>
        </p:txBody>
      </p:sp>
      <p:graphicFrame>
        <p:nvGraphicFramePr>
          <p:cNvPr id="423" name="Google Shape;423;p76"/>
          <p:cNvGraphicFramePr/>
          <p:nvPr/>
        </p:nvGraphicFramePr>
        <p:xfrm>
          <a:off x="328400" y="786150"/>
          <a:ext cx="3000000" cy="3000000"/>
        </p:xfrm>
        <a:graphic>
          <a:graphicData uri="http://schemas.openxmlformats.org/drawingml/2006/table">
            <a:tbl>
              <a:tblPr>
                <a:noFill/>
                <a:tableStyleId>{7E530ABA-82E6-40B3-9370-665EBA873D1E}</a:tableStyleId>
              </a:tblPr>
              <a:tblGrid>
                <a:gridCol w="1468625"/>
                <a:gridCol w="967975"/>
                <a:gridCol w="1086525"/>
                <a:gridCol w="975700"/>
                <a:gridCol w="1034925"/>
                <a:gridCol w="981425"/>
              </a:tblGrid>
              <a:tr h="426350">
                <a:tc>
                  <a:txBody>
                    <a:bodyPr/>
                    <a:lstStyle/>
                    <a:p>
                      <a:pPr indent="0" lvl="0" marL="0" rtl="0" algn="l">
                        <a:spcBef>
                          <a:spcPts val="0"/>
                        </a:spcBef>
                        <a:spcAft>
                          <a:spcPts val="0"/>
                        </a:spcAft>
                        <a:buNone/>
                      </a:pPr>
                      <a:r>
                        <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300"/>
                        <a:t>Cost</a:t>
                      </a:r>
                      <a:endParaRPr b="1" sz="13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300"/>
                        <a:t>Impression</a:t>
                      </a:r>
                      <a:endParaRPr b="1" sz="13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300"/>
                        <a:t>Clicks</a:t>
                      </a:r>
                      <a:endParaRPr b="1" sz="13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300"/>
                        <a:t>CPC</a:t>
                      </a:r>
                      <a:endParaRPr b="1" sz="13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300"/>
                        <a:t>CTR</a:t>
                      </a:r>
                      <a:endParaRPr b="1" sz="13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291175">
                <a:tc>
                  <a:txBody>
                    <a:bodyPr/>
                    <a:lstStyle/>
                    <a:p>
                      <a:pPr indent="0" lvl="0" marL="0" rtl="0" algn="l">
                        <a:lnSpc>
                          <a:spcPct val="115000"/>
                        </a:lnSpc>
                        <a:spcBef>
                          <a:spcPts val="0"/>
                        </a:spcBef>
                        <a:spcAft>
                          <a:spcPts val="0"/>
                        </a:spcAft>
                        <a:buNone/>
                      </a:pPr>
                      <a:r>
                        <a:rPr b="1" lang="en" sz="1300"/>
                        <a:t>March </a:t>
                      </a:r>
                      <a:endParaRPr b="1"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$3,140.91</a:t>
                      </a:r>
                      <a:endParaRPr>
                        <a:solidFill>
                          <a:schemeClr val="dk1"/>
                        </a:solidFill>
                      </a:endParaRPr>
                    </a:p>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401,768</a:t>
                      </a:r>
                      <a:endParaRPr>
                        <a:solidFill>
                          <a:schemeClr val="dk1"/>
                        </a:solidFill>
                      </a:endParaRPr>
                    </a:p>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24,717</a:t>
                      </a:r>
                      <a:endParaRPr>
                        <a:solidFill>
                          <a:schemeClr val="dk1"/>
                        </a:solidFill>
                      </a:endParaRPr>
                    </a:p>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$0.84</a:t>
                      </a:r>
                      <a:endParaRPr>
                        <a:solidFill>
                          <a:schemeClr val="dk1"/>
                        </a:solidFill>
                      </a:endParaRPr>
                    </a:p>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9.74%</a:t>
                      </a:r>
                      <a:endParaRPr>
                        <a:solidFill>
                          <a:schemeClr val="dk1"/>
                        </a:solidFill>
                      </a:endParaRPr>
                    </a:p>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175">
                <a:tc>
                  <a:txBody>
                    <a:bodyPr/>
                    <a:lstStyle/>
                    <a:p>
                      <a:pPr indent="0" lvl="0" marL="0" rtl="0" algn="l">
                        <a:lnSpc>
                          <a:spcPct val="115000"/>
                        </a:lnSpc>
                        <a:spcBef>
                          <a:spcPts val="0"/>
                        </a:spcBef>
                        <a:spcAft>
                          <a:spcPts val="0"/>
                        </a:spcAft>
                        <a:buNone/>
                      </a:pPr>
                      <a:r>
                        <a:rPr b="1" lang="en" sz="1300"/>
                        <a:t>February </a:t>
                      </a:r>
                      <a:endParaRPr b="1"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$5,003.43</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553,606</a:t>
                      </a:r>
                      <a:endParaRPr sz="1050">
                        <a:solidFill>
                          <a:srgbClr val="A5D6FF"/>
                        </a:solidFill>
                        <a:highlight>
                          <a:srgbClr val="121314"/>
                        </a:highlight>
                        <a:latin typeface="Courier New"/>
                        <a:ea typeface="Courier New"/>
                        <a:cs typeface="Courier New"/>
                        <a:sym typeface="Courier New"/>
                      </a:endParaRPr>
                    </a:p>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8,461</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$1.22</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8.74%</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175">
                <a:tc>
                  <a:txBody>
                    <a:bodyPr/>
                    <a:lstStyle/>
                    <a:p>
                      <a:pPr indent="0" lvl="0" marL="0" rtl="0" algn="l">
                        <a:lnSpc>
                          <a:spcPct val="115000"/>
                        </a:lnSpc>
                        <a:spcBef>
                          <a:spcPts val="0"/>
                        </a:spcBef>
                        <a:spcAft>
                          <a:spcPts val="0"/>
                        </a:spcAft>
                        <a:buNone/>
                      </a:pPr>
                      <a:r>
                        <a:rPr b="1" lang="en" sz="1300"/>
                        <a:t>Change %</a:t>
                      </a:r>
                      <a:endParaRPr b="1"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900"/>
                        <a:t>-37.22%</a:t>
                      </a:r>
                      <a:endParaRPr sz="9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-27.43%</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+192.13%</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-31.32%</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+11.50%</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77"/>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Shopping Ads Overview - March </a:t>
            </a:r>
            <a:endParaRPr/>
          </a:p>
        </p:txBody>
      </p:sp>
      <p:graphicFrame>
        <p:nvGraphicFramePr>
          <p:cNvPr id="429" name="Google Shape;429;p77"/>
          <p:cNvGraphicFramePr/>
          <p:nvPr/>
        </p:nvGraphicFramePr>
        <p:xfrm>
          <a:off x="537500" y="619350"/>
          <a:ext cx="3000000" cy="3000000"/>
        </p:xfrm>
        <a:graphic>
          <a:graphicData uri="http://schemas.openxmlformats.org/drawingml/2006/table">
            <a:tbl>
              <a:tblPr>
                <a:noFill/>
                <a:tableStyleId>{7E530ABA-82E6-40B3-9370-665EBA873D1E}</a:tableStyleId>
              </a:tblPr>
              <a:tblGrid>
                <a:gridCol w="1037125"/>
                <a:gridCol w="1164150"/>
                <a:gridCol w="1045400"/>
                <a:gridCol w="1108875"/>
                <a:gridCol w="1051525"/>
              </a:tblGrid>
              <a:tr h="437625">
                <a:tc>
                  <a:txBody>
                    <a:bodyPr/>
                    <a:lstStyle/>
                    <a:p>
                      <a:pPr indent="0" lvl="0" marL="0" rtl="0" algn="ctr">
                        <a:lnSpc>
                          <a:spcPct val="115000"/>
                        </a:lnSpc>
                        <a:spcBef>
                          <a:spcPts val="0"/>
                        </a:spcBef>
                        <a:spcAft>
                          <a:spcPts val="0"/>
                        </a:spcAft>
                        <a:buNone/>
                      </a:pPr>
                      <a:r>
                        <a:rPr b="1" lang="en" sz="1200"/>
                        <a:t>Cost</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Impression</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Clicks</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CPC</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CTR</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277500">
                <a:tc>
                  <a:txBody>
                    <a:bodyPr/>
                    <a:lstStyle/>
                    <a:p>
                      <a:pPr indent="0" lvl="0" marL="0" rtl="0" algn="ctr">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430" name="Google Shape;430;p77"/>
          <p:cNvPicPr preferRelativeResize="0"/>
          <p:nvPr/>
        </p:nvPicPr>
        <p:blipFill>
          <a:blip r:embed="rId3">
            <a:alphaModFix/>
          </a:blip>
          <a:stretch>
            <a:fillRect/>
          </a:stretch>
        </p:blipFill>
        <p:spPr>
          <a:xfrm>
            <a:off x="537500" y="1576725"/>
            <a:ext cx="6115151" cy="3109957"/>
          </a:xfrm>
          <a:prstGeom prst="rect">
            <a:avLst/>
          </a:prstGeom>
          <a:noFill/>
          <a:ln cap="flat" cmpd="sng" w="9525">
            <a:solidFill>
              <a:schemeClr val="dk2"/>
            </a:solidFill>
            <a:prstDash val="solid"/>
            <a:round/>
            <a:headEnd len="sm" w="sm" type="none"/>
            <a:tailEnd len="sm" w="sm" type="none"/>
          </a:ln>
        </p:spPr>
      </p:pic>
      <p:sp>
        <p:nvSpPr>
          <p:cNvPr id="431" name="Google Shape;431;p77"/>
          <p:cNvSpPr txBox="1"/>
          <p:nvPr/>
        </p:nvSpPr>
        <p:spPr>
          <a:xfrm>
            <a:off x="7649300" y="2090375"/>
            <a:ext cx="1329900" cy="1989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Example of live shopping ads</a:t>
            </a:r>
            <a:endParaRPr sz="1800">
              <a:solidFill>
                <a:schemeClr val="dk2"/>
              </a:solidFill>
            </a:endParaRPr>
          </a:p>
        </p:txBody>
      </p:sp>
      <p:cxnSp>
        <p:nvCxnSpPr>
          <p:cNvPr id="432" name="Google Shape;432;p77"/>
          <p:cNvCxnSpPr>
            <a:stCxn id="431" idx="1"/>
          </p:cNvCxnSpPr>
          <p:nvPr/>
        </p:nvCxnSpPr>
        <p:spPr>
          <a:xfrm flipH="1">
            <a:off x="6902000" y="3085025"/>
            <a:ext cx="747300" cy="165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78"/>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Auction Insights - March </a:t>
            </a:r>
            <a:endParaRPr/>
          </a:p>
        </p:txBody>
      </p:sp>
      <p:sp>
        <p:nvSpPr>
          <p:cNvPr id="438" name="Google Shape;438;p78"/>
          <p:cNvSpPr txBox="1"/>
          <p:nvPr/>
        </p:nvSpPr>
        <p:spPr>
          <a:xfrm>
            <a:off x="155850" y="822025"/>
            <a:ext cx="6057900" cy="58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hlink"/>
                </a:solidFill>
                <a:hlinkClick r:id="rId3"/>
              </a:rPr>
              <a:t>Auction Insights Report Link</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2" name="Shape 442"/>
        <p:cNvGrpSpPr/>
        <p:nvPr/>
      </p:nvGrpSpPr>
      <p:grpSpPr>
        <a:xfrm>
          <a:off x="0" y="0"/>
          <a:ext cx="0" cy="0"/>
          <a:chOff x="0" y="0"/>
          <a:chExt cx="0" cy="0"/>
        </a:xfrm>
      </p:grpSpPr>
      <p:sp>
        <p:nvSpPr>
          <p:cNvPr id="443" name="Google Shape;443;p79"/>
          <p:cNvSpPr txBox="1"/>
          <p:nvPr>
            <p:ph type="title"/>
          </p:nvPr>
        </p:nvSpPr>
        <p:spPr>
          <a:xfrm>
            <a:off x="0" y="0"/>
            <a:ext cx="5721900" cy="391200"/>
          </a:xfrm>
          <a:prstGeom prst="rect">
            <a:avLst/>
          </a:prstGeom>
        </p:spPr>
        <p:txBody>
          <a:bodyPr anchorCtr="0" anchor="t" bIns="91425" lIns="91425" spcFirstLastPara="1" rIns="116975" wrap="square" tIns="91425">
            <a:normAutofit fontScale="90000"/>
          </a:bodyPr>
          <a:lstStyle/>
          <a:p>
            <a:pPr indent="0" lvl="0" marL="0" rtl="0" algn="l">
              <a:spcBef>
                <a:spcPts val="0"/>
              </a:spcBef>
              <a:spcAft>
                <a:spcPts val="0"/>
              </a:spcAft>
              <a:buNone/>
            </a:pPr>
            <a:r>
              <a:rPr lang="en"/>
              <a:t> Display Results - March </a:t>
            </a:r>
            <a:endParaRPr>
              <a:latin typeface="Roboto"/>
              <a:ea typeface="Roboto"/>
              <a:cs typeface="Roboto"/>
              <a:sym typeface="Roboto"/>
            </a:endParaRPr>
          </a:p>
        </p:txBody>
      </p:sp>
      <p:sp>
        <p:nvSpPr>
          <p:cNvPr id="444" name="Google Shape;444;p79"/>
          <p:cNvSpPr/>
          <p:nvPr/>
        </p:nvSpPr>
        <p:spPr>
          <a:xfrm>
            <a:off x="6957250" y="553550"/>
            <a:ext cx="1398300" cy="664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aphicFrame>
        <p:nvGraphicFramePr>
          <p:cNvPr id="445" name="Google Shape;445;p79"/>
          <p:cNvGraphicFramePr/>
          <p:nvPr/>
        </p:nvGraphicFramePr>
        <p:xfrm>
          <a:off x="219775" y="736375"/>
          <a:ext cx="3000000" cy="3000000"/>
        </p:xfrm>
        <a:graphic>
          <a:graphicData uri="http://schemas.openxmlformats.org/drawingml/2006/table">
            <a:tbl>
              <a:tblPr>
                <a:noFill/>
                <a:tableStyleId>{7E530ABA-82E6-40B3-9370-665EBA873D1E}</a:tableStyleId>
              </a:tblPr>
              <a:tblGrid>
                <a:gridCol w="1181100"/>
                <a:gridCol w="1057275"/>
              </a:tblGrid>
              <a:tr h="209550">
                <a:tc gridSpan="2">
                  <a:txBody>
                    <a:bodyPr/>
                    <a:lstStyle/>
                    <a:p>
                      <a:pPr indent="0" lvl="0" marL="0" rtl="0" algn="l">
                        <a:lnSpc>
                          <a:spcPct val="115000"/>
                        </a:lnSpc>
                        <a:spcBef>
                          <a:spcPts val="0"/>
                        </a:spcBef>
                        <a:spcAft>
                          <a:spcPts val="0"/>
                        </a:spcAft>
                        <a:buNone/>
                      </a:pPr>
                      <a:r>
                        <a:rPr b="1" lang="en" sz="1100"/>
                        <a:t>Indiana</a:t>
                      </a:r>
                      <a:endParaRPr b="1" sz="11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hMerge="1">
                  <a:txBody>
                    <a:bodyPr/>
                    <a:p/>
                  </a:txBody>
                </a:tc>
              </a:tr>
              <a:tr h="200025">
                <a:tc>
                  <a:txBody>
                    <a:bodyPr/>
                    <a:lstStyle/>
                    <a:p>
                      <a:pPr indent="0" lvl="0" marL="0" rtl="0" algn="l">
                        <a:lnSpc>
                          <a:spcPct val="115000"/>
                        </a:lnSpc>
                        <a:spcBef>
                          <a:spcPts val="0"/>
                        </a:spcBef>
                        <a:spcAft>
                          <a:spcPts val="0"/>
                        </a:spcAft>
                        <a:buNone/>
                      </a:pPr>
                      <a:r>
                        <a:rPr b="1" lang="en" sz="1000"/>
                        <a:t>Cost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Impression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Clicks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CPC</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CTR</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graphicFrame>
        <p:nvGraphicFramePr>
          <p:cNvPr id="446" name="Google Shape;446;p79"/>
          <p:cNvGraphicFramePr/>
          <p:nvPr/>
        </p:nvGraphicFramePr>
        <p:xfrm>
          <a:off x="3016125" y="736375"/>
          <a:ext cx="3000000" cy="3000000"/>
        </p:xfrm>
        <a:graphic>
          <a:graphicData uri="http://schemas.openxmlformats.org/drawingml/2006/table">
            <a:tbl>
              <a:tblPr>
                <a:noFill/>
                <a:tableStyleId>{7E530ABA-82E6-40B3-9370-665EBA873D1E}</a:tableStyleId>
              </a:tblPr>
              <a:tblGrid>
                <a:gridCol w="1181100"/>
                <a:gridCol w="1057275"/>
              </a:tblGrid>
              <a:tr h="209550">
                <a:tc gridSpan="2">
                  <a:txBody>
                    <a:bodyPr/>
                    <a:lstStyle/>
                    <a:p>
                      <a:pPr indent="0" lvl="0" marL="0" rtl="0" algn="l">
                        <a:lnSpc>
                          <a:spcPct val="115000"/>
                        </a:lnSpc>
                        <a:spcBef>
                          <a:spcPts val="0"/>
                        </a:spcBef>
                        <a:spcAft>
                          <a:spcPts val="0"/>
                        </a:spcAft>
                        <a:buNone/>
                      </a:pPr>
                      <a:r>
                        <a:rPr b="1" lang="en" sz="1100"/>
                        <a:t>Illinois</a:t>
                      </a:r>
                      <a:endParaRPr b="1" sz="11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hMerge="1">
                  <a:txBody>
                    <a:bodyPr/>
                    <a:p/>
                  </a:txBody>
                </a:tc>
              </a:tr>
              <a:tr h="200025">
                <a:tc>
                  <a:txBody>
                    <a:bodyPr/>
                    <a:lstStyle/>
                    <a:p>
                      <a:pPr indent="0" lvl="0" marL="0" rtl="0" algn="l">
                        <a:lnSpc>
                          <a:spcPct val="115000"/>
                        </a:lnSpc>
                        <a:spcBef>
                          <a:spcPts val="0"/>
                        </a:spcBef>
                        <a:spcAft>
                          <a:spcPts val="0"/>
                        </a:spcAft>
                        <a:buNone/>
                      </a:pPr>
                      <a:r>
                        <a:rPr b="1" lang="en" sz="1000"/>
                        <a:t>Cost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Impression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Clicks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CPC</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CTR</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graphicFrame>
        <p:nvGraphicFramePr>
          <p:cNvPr id="447" name="Google Shape;447;p79"/>
          <p:cNvGraphicFramePr/>
          <p:nvPr/>
        </p:nvGraphicFramePr>
        <p:xfrm>
          <a:off x="6037100" y="736375"/>
          <a:ext cx="3000000" cy="3000000"/>
        </p:xfrm>
        <a:graphic>
          <a:graphicData uri="http://schemas.openxmlformats.org/drawingml/2006/table">
            <a:tbl>
              <a:tblPr>
                <a:noFill/>
                <a:tableStyleId>{7E530ABA-82E6-40B3-9370-665EBA873D1E}</a:tableStyleId>
              </a:tblPr>
              <a:tblGrid>
                <a:gridCol w="1181100"/>
                <a:gridCol w="1057275"/>
              </a:tblGrid>
              <a:tr h="209550">
                <a:tc gridSpan="2">
                  <a:txBody>
                    <a:bodyPr/>
                    <a:lstStyle/>
                    <a:p>
                      <a:pPr indent="0" lvl="0" marL="0" rtl="0" algn="l">
                        <a:lnSpc>
                          <a:spcPct val="115000"/>
                        </a:lnSpc>
                        <a:spcBef>
                          <a:spcPts val="0"/>
                        </a:spcBef>
                        <a:spcAft>
                          <a:spcPts val="0"/>
                        </a:spcAft>
                        <a:buNone/>
                      </a:pPr>
                      <a:r>
                        <a:rPr b="1" lang="en" sz="1100"/>
                        <a:t>Iowa</a:t>
                      </a:r>
                      <a:endParaRPr b="1" sz="11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hMerge="1">
                  <a:txBody>
                    <a:bodyPr/>
                    <a:p/>
                  </a:txBody>
                </a:tc>
              </a:tr>
              <a:tr h="200025">
                <a:tc>
                  <a:txBody>
                    <a:bodyPr/>
                    <a:lstStyle/>
                    <a:p>
                      <a:pPr indent="0" lvl="0" marL="0" rtl="0" algn="l">
                        <a:lnSpc>
                          <a:spcPct val="115000"/>
                        </a:lnSpc>
                        <a:spcBef>
                          <a:spcPts val="0"/>
                        </a:spcBef>
                        <a:spcAft>
                          <a:spcPts val="0"/>
                        </a:spcAft>
                        <a:buNone/>
                      </a:pPr>
                      <a:r>
                        <a:rPr b="1" lang="en" sz="1000"/>
                        <a:t>Cost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Impression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Clicks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CPC</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CTR</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pic>
        <p:nvPicPr>
          <p:cNvPr id="448" name="Google Shape;448;p79"/>
          <p:cNvPicPr preferRelativeResize="0"/>
          <p:nvPr/>
        </p:nvPicPr>
        <p:blipFill>
          <a:blip r:embed="rId3">
            <a:alphaModFix/>
          </a:blip>
          <a:stretch>
            <a:fillRect/>
          </a:stretch>
        </p:blipFill>
        <p:spPr>
          <a:xfrm>
            <a:off x="3016125" y="2399650"/>
            <a:ext cx="2238375" cy="221544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2" name="Shape 452"/>
        <p:cNvGrpSpPr/>
        <p:nvPr/>
      </p:nvGrpSpPr>
      <p:grpSpPr>
        <a:xfrm>
          <a:off x="0" y="0"/>
          <a:ext cx="0" cy="0"/>
          <a:chOff x="0" y="0"/>
          <a:chExt cx="0" cy="0"/>
        </a:xfrm>
      </p:grpSpPr>
      <p:sp>
        <p:nvSpPr>
          <p:cNvPr id="453" name="Google Shape;453;p80"/>
          <p:cNvSpPr txBox="1"/>
          <p:nvPr>
            <p:ph type="title"/>
          </p:nvPr>
        </p:nvSpPr>
        <p:spPr>
          <a:xfrm>
            <a:off x="0" y="0"/>
            <a:ext cx="5721900" cy="391200"/>
          </a:xfrm>
          <a:prstGeom prst="rect">
            <a:avLst/>
          </a:prstGeom>
        </p:spPr>
        <p:txBody>
          <a:bodyPr anchorCtr="0" anchor="t" bIns="91425" lIns="91425" spcFirstLastPara="1" rIns="116975" wrap="square" tIns="91425">
            <a:normAutofit fontScale="90000"/>
          </a:bodyPr>
          <a:lstStyle/>
          <a:p>
            <a:pPr indent="0" lvl="0" marL="0" rtl="0" algn="l">
              <a:spcBef>
                <a:spcPts val="0"/>
              </a:spcBef>
              <a:spcAft>
                <a:spcPts val="0"/>
              </a:spcAft>
              <a:buNone/>
            </a:pPr>
            <a:r>
              <a:rPr lang="en"/>
              <a:t>YouTube Results - March </a:t>
            </a:r>
            <a:endParaRPr>
              <a:latin typeface="Roboto"/>
              <a:ea typeface="Roboto"/>
              <a:cs typeface="Roboto"/>
              <a:sym typeface="Roboto"/>
            </a:endParaRPr>
          </a:p>
        </p:txBody>
      </p:sp>
      <p:sp>
        <p:nvSpPr>
          <p:cNvPr id="454" name="Google Shape;454;p80"/>
          <p:cNvSpPr/>
          <p:nvPr/>
        </p:nvSpPr>
        <p:spPr>
          <a:xfrm>
            <a:off x="6957250" y="553550"/>
            <a:ext cx="1398300" cy="664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aphicFrame>
        <p:nvGraphicFramePr>
          <p:cNvPr id="455" name="Google Shape;455;p80"/>
          <p:cNvGraphicFramePr/>
          <p:nvPr/>
        </p:nvGraphicFramePr>
        <p:xfrm>
          <a:off x="5372600" y="525907"/>
          <a:ext cx="3000000" cy="3000000"/>
        </p:xfrm>
        <a:graphic>
          <a:graphicData uri="http://schemas.openxmlformats.org/drawingml/2006/table">
            <a:tbl>
              <a:tblPr>
                <a:noFill/>
                <a:tableStyleId>{7E530ABA-82E6-40B3-9370-665EBA873D1E}</a:tableStyleId>
              </a:tblPr>
              <a:tblGrid>
                <a:gridCol w="1575225"/>
                <a:gridCol w="899975"/>
              </a:tblGrid>
              <a:tr h="226175">
                <a:tc gridSpan="2">
                  <a:txBody>
                    <a:bodyPr/>
                    <a:lstStyle/>
                    <a:p>
                      <a:pPr indent="0" lvl="0" marL="0" rtl="0" algn="l">
                        <a:lnSpc>
                          <a:spcPct val="115000"/>
                        </a:lnSpc>
                        <a:spcBef>
                          <a:spcPts val="0"/>
                        </a:spcBef>
                        <a:spcAft>
                          <a:spcPts val="0"/>
                        </a:spcAft>
                        <a:buNone/>
                      </a:pPr>
                      <a:r>
                        <a:rPr b="1" lang="en" sz="1100"/>
                        <a:t>Iowa</a:t>
                      </a:r>
                      <a:endParaRPr b="1" sz="11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hMerge="1">
                  <a:txBody>
                    <a:bodyPr/>
                    <a:p/>
                  </a:txBody>
                </a:tc>
              </a:tr>
              <a:tr h="207325">
                <a:tc>
                  <a:txBody>
                    <a:bodyPr/>
                    <a:lstStyle/>
                    <a:p>
                      <a:pPr indent="0" lvl="0" marL="0" rtl="0" algn="l">
                        <a:lnSpc>
                          <a:spcPct val="115000"/>
                        </a:lnSpc>
                        <a:spcBef>
                          <a:spcPts val="0"/>
                        </a:spcBef>
                        <a:spcAft>
                          <a:spcPts val="0"/>
                        </a:spcAft>
                        <a:buNone/>
                      </a:pPr>
                      <a:r>
                        <a:rPr b="1" lang="en" sz="1000"/>
                        <a:t>Cost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7325">
                <a:tc>
                  <a:txBody>
                    <a:bodyPr/>
                    <a:lstStyle/>
                    <a:p>
                      <a:pPr indent="0" lvl="0" marL="0" rtl="0" algn="l">
                        <a:lnSpc>
                          <a:spcPct val="115000"/>
                        </a:lnSpc>
                        <a:spcBef>
                          <a:spcPts val="0"/>
                        </a:spcBef>
                        <a:spcAft>
                          <a:spcPts val="0"/>
                        </a:spcAft>
                        <a:buNone/>
                      </a:pPr>
                      <a:r>
                        <a:rPr b="1" lang="en" sz="1000"/>
                        <a:t>Impression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7325">
                <a:tc>
                  <a:txBody>
                    <a:bodyPr/>
                    <a:lstStyle/>
                    <a:p>
                      <a:pPr indent="0" lvl="0" marL="0" rtl="0" algn="l">
                        <a:lnSpc>
                          <a:spcPct val="115000"/>
                        </a:lnSpc>
                        <a:spcBef>
                          <a:spcPts val="0"/>
                        </a:spcBef>
                        <a:spcAft>
                          <a:spcPts val="0"/>
                        </a:spcAft>
                        <a:buNone/>
                      </a:pPr>
                      <a:r>
                        <a:rPr b="1" lang="en" sz="1000"/>
                        <a:t>Views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7325">
                <a:tc>
                  <a:txBody>
                    <a:bodyPr/>
                    <a:lstStyle/>
                    <a:p>
                      <a:pPr indent="0" lvl="0" marL="0" rtl="0" algn="l">
                        <a:lnSpc>
                          <a:spcPct val="115000"/>
                        </a:lnSpc>
                        <a:spcBef>
                          <a:spcPts val="0"/>
                        </a:spcBef>
                        <a:spcAft>
                          <a:spcPts val="0"/>
                        </a:spcAft>
                        <a:buNone/>
                      </a:pPr>
                      <a:r>
                        <a:rPr b="1" lang="en" sz="1000"/>
                        <a:t>Avg CPV</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7325">
                <a:tc>
                  <a:txBody>
                    <a:bodyPr/>
                    <a:lstStyle/>
                    <a:p>
                      <a:pPr indent="0" lvl="0" marL="0" rtl="0" algn="l">
                        <a:lnSpc>
                          <a:spcPct val="115000"/>
                        </a:lnSpc>
                        <a:spcBef>
                          <a:spcPts val="0"/>
                        </a:spcBef>
                        <a:spcAft>
                          <a:spcPts val="0"/>
                        </a:spcAft>
                        <a:buNone/>
                      </a:pPr>
                      <a:r>
                        <a:rPr b="1" lang="en" sz="1000"/>
                        <a:t>View Rate</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graphicFrame>
        <p:nvGraphicFramePr>
          <p:cNvPr id="456" name="Google Shape;456;p80"/>
          <p:cNvGraphicFramePr/>
          <p:nvPr/>
        </p:nvGraphicFramePr>
        <p:xfrm>
          <a:off x="2927850" y="525894"/>
          <a:ext cx="3000000" cy="3000000"/>
        </p:xfrm>
        <a:graphic>
          <a:graphicData uri="http://schemas.openxmlformats.org/drawingml/2006/table">
            <a:tbl>
              <a:tblPr>
                <a:noFill/>
                <a:tableStyleId>{7E530ABA-82E6-40B3-9370-665EBA873D1E}</a:tableStyleId>
              </a:tblPr>
              <a:tblGrid>
                <a:gridCol w="1181100"/>
                <a:gridCol w="1057275"/>
              </a:tblGrid>
              <a:tr h="201575">
                <a:tc gridSpan="2">
                  <a:txBody>
                    <a:bodyPr/>
                    <a:lstStyle/>
                    <a:p>
                      <a:pPr indent="0" lvl="0" marL="0" rtl="0" algn="l">
                        <a:lnSpc>
                          <a:spcPct val="115000"/>
                        </a:lnSpc>
                        <a:spcBef>
                          <a:spcPts val="0"/>
                        </a:spcBef>
                        <a:spcAft>
                          <a:spcPts val="0"/>
                        </a:spcAft>
                        <a:buNone/>
                      </a:pPr>
                      <a:r>
                        <a:rPr b="1" lang="en" sz="1100"/>
                        <a:t>Illinois</a:t>
                      </a:r>
                      <a:endParaRPr b="1" sz="11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hMerge="1">
                  <a:txBody>
                    <a:bodyPr/>
                    <a:p/>
                  </a:txBody>
                </a:tc>
              </a:tr>
              <a:tr h="259925">
                <a:tc>
                  <a:txBody>
                    <a:bodyPr/>
                    <a:lstStyle/>
                    <a:p>
                      <a:pPr indent="0" lvl="0" marL="0" rtl="0" algn="l">
                        <a:lnSpc>
                          <a:spcPct val="115000"/>
                        </a:lnSpc>
                        <a:spcBef>
                          <a:spcPts val="0"/>
                        </a:spcBef>
                        <a:spcAft>
                          <a:spcPts val="0"/>
                        </a:spcAft>
                        <a:buNone/>
                      </a:pPr>
                      <a:r>
                        <a:rPr b="1" lang="en" sz="1000"/>
                        <a:t>Cost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59925">
                <a:tc>
                  <a:txBody>
                    <a:bodyPr/>
                    <a:lstStyle/>
                    <a:p>
                      <a:pPr indent="0" lvl="0" marL="0" rtl="0" algn="l">
                        <a:lnSpc>
                          <a:spcPct val="115000"/>
                        </a:lnSpc>
                        <a:spcBef>
                          <a:spcPts val="0"/>
                        </a:spcBef>
                        <a:spcAft>
                          <a:spcPts val="0"/>
                        </a:spcAft>
                        <a:buNone/>
                      </a:pPr>
                      <a:r>
                        <a:rPr b="1" lang="en" sz="1000"/>
                        <a:t>Impression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184775">
                <a:tc>
                  <a:txBody>
                    <a:bodyPr/>
                    <a:lstStyle/>
                    <a:p>
                      <a:pPr indent="0" lvl="0" marL="0" rtl="0" algn="l">
                        <a:lnSpc>
                          <a:spcPct val="115000"/>
                        </a:lnSpc>
                        <a:spcBef>
                          <a:spcPts val="0"/>
                        </a:spcBef>
                        <a:spcAft>
                          <a:spcPts val="0"/>
                        </a:spcAft>
                        <a:buNone/>
                      </a:pPr>
                      <a:r>
                        <a:rPr b="1" lang="en" sz="1000"/>
                        <a:t>Views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184775">
                <a:tc>
                  <a:txBody>
                    <a:bodyPr/>
                    <a:lstStyle/>
                    <a:p>
                      <a:pPr indent="0" lvl="0" marL="0" rtl="0" algn="l">
                        <a:lnSpc>
                          <a:spcPct val="115000"/>
                        </a:lnSpc>
                        <a:spcBef>
                          <a:spcPts val="0"/>
                        </a:spcBef>
                        <a:spcAft>
                          <a:spcPts val="0"/>
                        </a:spcAft>
                        <a:buNone/>
                      </a:pPr>
                      <a:r>
                        <a:rPr b="1" lang="en" sz="1000"/>
                        <a:t>Avg CPV</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100000">
                <a:tc>
                  <a:txBody>
                    <a:bodyPr/>
                    <a:lstStyle/>
                    <a:p>
                      <a:pPr indent="0" lvl="0" marL="0" rtl="0" algn="l">
                        <a:lnSpc>
                          <a:spcPct val="115000"/>
                        </a:lnSpc>
                        <a:spcBef>
                          <a:spcPts val="0"/>
                        </a:spcBef>
                        <a:spcAft>
                          <a:spcPts val="0"/>
                        </a:spcAft>
                        <a:buNone/>
                      </a:pPr>
                      <a:r>
                        <a:rPr b="1" lang="en" sz="1000"/>
                        <a:t>View Rate</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graphicFrame>
        <p:nvGraphicFramePr>
          <p:cNvPr id="457" name="Google Shape;457;p80"/>
          <p:cNvGraphicFramePr/>
          <p:nvPr/>
        </p:nvGraphicFramePr>
        <p:xfrm>
          <a:off x="403825" y="529550"/>
          <a:ext cx="3000000" cy="3000000"/>
        </p:xfrm>
        <a:graphic>
          <a:graphicData uri="http://schemas.openxmlformats.org/drawingml/2006/table">
            <a:tbl>
              <a:tblPr>
                <a:noFill/>
                <a:tableStyleId>{7E530ABA-82E6-40B3-9370-665EBA873D1E}</a:tableStyleId>
              </a:tblPr>
              <a:tblGrid>
                <a:gridCol w="1181100"/>
                <a:gridCol w="1057275"/>
              </a:tblGrid>
              <a:tr h="181250">
                <a:tc gridSpan="2">
                  <a:txBody>
                    <a:bodyPr/>
                    <a:lstStyle/>
                    <a:p>
                      <a:pPr indent="0" lvl="0" marL="0" rtl="0" algn="l">
                        <a:lnSpc>
                          <a:spcPct val="115000"/>
                        </a:lnSpc>
                        <a:spcBef>
                          <a:spcPts val="0"/>
                        </a:spcBef>
                        <a:spcAft>
                          <a:spcPts val="0"/>
                        </a:spcAft>
                        <a:buNone/>
                      </a:pPr>
                      <a:r>
                        <a:rPr b="1" lang="en" sz="1100"/>
                        <a:t>Indiana</a:t>
                      </a:r>
                      <a:endParaRPr b="1" sz="11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hMerge="1">
                  <a:txBody>
                    <a:bodyPr/>
                    <a:p/>
                  </a:txBody>
                </a:tc>
              </a:tr>
              <a:tr h="200025">
                <a:tc>
                  <a:txBody>
                    <a:bodyPr/>
                    <a:lstStyle/>
                    <a:p>
                      <a:pPr indent="0" lvl="0" marL="0" rtl="0" algn="l">
                        <a:lnSpc>
                          <a:spcPct val="115000"/>
                        </a:lnSpc>
                        <a:spcBef>
                          <a:spcPts val="0"/>
                        </a:spcBef>
                        <a:spcAft>
                          <a:spcPts val="0"/>
                        </a:spcAft>
                        <a:buNone/>
                      </a:pPr>
                      <a:r>
                        <a:rPr b="1" lang="en" sz="1000"/>
                        <a:t>Cost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Impression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Views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Avg CPV</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View Rate</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pic>
        <p:nvPicPr>
          <p:cNvPr id="458" name="Google Shape;458;p80"/>
          <p:cNvPicPr preferRelativeResize="0"/>
          <p:nvPr/>
        </p:nvPicPr>
        <p:blipFill>
          <a:blip r:embed="rId3">
            <a:alphaModFix/>
          </a:blip>
          <a:stretch>
            <a:fillRect/>
          </a:stretch>
        </p:blipFill>
        <p:spPr>
          <a:xfrm>
            <a:off x="3897625" y="2442250"/>
            <a:ext cx="3463300" cy="1987900"/>
          </a:xfrm>
          <a:prstGeom prst="rect">
            <a:avLst/>
          </a:prstGeom>
          <a:noFill/>
          <a:ln>
            <a:noFill/>
          </a:ln>
        </p:spPr>
      </p:pic>
      <p:pic>
        <p:nvPicPr>
          <p:cNvPr id="459" name="Google Shape;459;p80"/>
          <p:cNvPicPr preferRelativeResize="0"/>
          <p:nvPr/>
        </p:nvPicPr>
        <p:blipFill>
          <a:blip r:embed="rId4">
            <a:alphaModFix/>
          </a:blip>
          <a:stretch>
            <a:fillRect/>
          </a:stretch>
        </p:blipFill>
        <p:spPr>
          <a:xfrm>
            <a:off x="178825" y="2448169"/>
            <a:ext cx="3592825" cy="197605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81"/>
          <p:cNvSpPr txBox="1"/>
          <p:nvPr>
            <p:ph type="title"/>
          </p:nvPr>
        </p:nvSpPr>
        <p:spPr>
          <a:xfrm>
            <a:off x="24450" y="0"/>
            <a:ext cx="66282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OTT Results - March 2026</a:t>
            </a:r>
            <a:endParaRPr/>
          </a:p>
        </p:txBody>
      </p:sp>
      <p:graphicFrame>
        <p:nvGraphicFramePr>
          <p:cNvPr id="465" name="Google Shape;465;p81"/>
          <p:cNvGraphicFramePr/>
          <p:nvPr/>
        </p:nvGraphicFramePr>
        <p:xfrm>
          <a:off x="114775" y="880000"/>
          <a:ext cx="3000000" cy="3000000"/>
        </p:xfrm>
        <a:graphic>
          <a:graphicData uri="http://schemas.openxmlformats.org/drawingml/2006/table">
            <a:tbl>
              <a:tblPr>
                <a:noFill/>
                <a:tableStyleId>{7E530ABA-82E6-40B3-9370-665EBA873D1E}</a:tableStyleId>
              </a:tblPr>
              <a:tblGrid>
                <a:gridCol w="918125"/>
                <a:gridCol w="1735875"/>
                <a:gridCol w="1076200"/>
                <a:gridCol w="896350"/>
                <a:gridCol w="759900"/>
                <a:gridCol w="557475"/>
                <a:gridCol w="766000"/>
                <a:gridCol w="706425"/>
                <a:gridCol w="607125"/>
                <a:gridCol w="924700"/>
              </a:tblGrid>
              <a:tr h="381000">
                <a:tc>
                  <a:txBody>
                    <a:bodyPr/>
                    <a:lstStyle/>
                    <a:p>
                      <a:pPr indent="0" lvl="0" marL="0" rtl="0" algn="ctr">
                        <a:lnSpc>
                          <a:spcPct val="115000"/>
                        </a:lnSpc>
                        <a:spcBef>
                          <a:spcPts val="0"/>
                        </a:spcBef>
                        <a:spcAft>
                          <a:spcPts val="0"/>
                        </a:spcAft>
                        <a:buNone/>
                      </a:pPr>
                      <a:r>
                        <a:rPr b="1" lang="en" sz="1100"/>
                        <a:t>Campaign Type</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Creative</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Impressions</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Complete Views</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VCR%</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CPV</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Sessions</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Cost Per Session</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Page Views</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Cost Per Page Views</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r>
              <a:tr h="209550">
                <a:tc>
                  <a:txBody>
                    <a:bodyPr/>
                    <a:lstStyle/>
                    <a:p>
                      <a:pPr indent="0" lvl="0" marL="0" rtl="0" algn="l">
                        <a:lnSpc>
                          <a:spcPct val="115000"/>
                        </a:lnSpc>
                        <a:spcBef>
                          <a:spcPts val="0"/>
                        </a:spcBef>
                        <a:spcAft>
                          <a:spcPts val="0"/>
                        </a:spcAft>
                        <a:buNone/>
                      </a:pPr>
                      <a:r>
                        <a:rPr lang="en" sz="1100"/>
                        <a:t>OTT</a:t>
                      </a:r>
                      <a:endParaRPr sz="1100"/>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9550">
                <a:tc>
                  <a:txBody>
                    <a:bodyPr/>
                    <a:lstStyle/>
                    <a:p>
                      <a:pPr indent="0" lvl="0" marL="0" rtl="0" algn="l">
                        <a:lnSpc>
                          <a:spcPct val="115000"/>
                        </a:lnSpc>
                        <a:spcBef>
                          <a:spcPts val="0"/>
                        </a:spcBef>
                        <a:spcAft>
                          <a:spcPts val="0"/>
                        </a:spcAft>
                        <a:buNone/>
                      </a:pPr>
                      <a:r>
                        <a:rPr lang="en" sz="1100"/>
                        <a:t>OTT</a:t>
                      </a:r>
                      <a:endParaRPr sz="1100"/>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9550">
                <a:tc>
                  <a:txBody>
                    <a:bodyPr/>
                    <a:lstStyle/>
                    <a:p>
                      <a:pPr indent="0" lvl="0" marL="0" rtl="0" algn="l">
                        <a:lnSpc>
                          <a:spcPct val="115000"/>
                        </a:lnSpc>
                        <a:spcBef>
                          <a:spcPts val="0"/>
                        </a:spcBef>
                        <a:spcAft>
                          <a:spcPts val="0"/>
                        </a:spcAft>
                        <a:buNone/>
                      </a:pPr>
                      <a:r>
                        <a:rPr lang="en" sz="1100"/>
                        <a:t>OTT</a:t>
                      </a:r>
                      <a:endParaRPr sz="1100"/>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82"/>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OTT / Campaign Overview</a:t>
            </a:r>
            <a:endParaRPr/>
          </a:p>
        </p:txBody>
      </p:sp>
      <p:sp>
        <p:nvSpPr>
          <p:cNvPr id="471" name="Google Shape;471;p82"/>
          <p:cNvSpPr/>
          <p:nvPr/>
        </p:nvSpPr>
        <p:spPr>
          <a:xfrm>
            <a:off x="5351950" y="882875"/>
            <a:ext cx="1527300" cy="365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 sz="1800">
                <a:solidFill>
                  <a:srgbClr val="595959"/>
                </a:solidFill>
                <a:latin typeface="Arial Black"/>
                <a:ea typeface="Arial Black"/>
                <a:cs typeface="Arial Black"/>
                <a:sym typeface="Arial Black"/>
              </a:rPr>
              <a:t>$50.12</a:t>
            </a:r>
            <a:endParaRPr b="1" sz="1800">
              <a:solidFill>
                <a:srgbClr val="595959"/>
              </a:solidFill>
              <a:latin typeface="Arial Black"/>
              <a:ea typeface="Arial Black"/>
              <a:cs typeface="Arial Black"/>
              <a:sym typeface="Arial Black"/>
            </a:endParaRPr>
          </a:p>
        </p:txBody>
      </p:sp>
      <p:sp>
        <p:nvSpPr>
          <p:cNvPr id="472" name="Google Shape;472;p82"/>
          <p:cNvSpPr/>
          <p:nvPr/>
        </p:nvSpPr>
        <p:spPr>
          <a:xfrm>
            <a:off x="5351800" y="1202925"/>
            <a:ext cx="15273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900"/>
              <a:buFont typeface="Calibri"/>
              <a:buNone/>
            </a:pPr>
            <a:r>
              <a:rPr b="0" i="0" lang="en" sz="900" u="none" cap="none" strike="noStrike">
                <a:solidFill>
                  <a:srgbClr val="595959"/>
                </a:solidFill>
                <a:latin typeface="Calibri"/>
                <a:ea typeface="Calibri"/>
                <a:cs typeface="Calibri"/>
                <a:sym typeface="Calibri"/>
              </a:rPr>
              <a:t>Avg CPM</a:t>
            </a:r>
            <a:endParaRPr b="0" i="0" sz="900" u="none" cap="none" strike="noStrike">
              <a:solidFill>
                <a:srgbClr val="595959"/>
              </a:solidFill>
              <a:latin typeface="Calibri"/>
              <a:ea typeface="Calibri"/>
              <a:cs typeface="Calibri"/>
              <a:sym typeface="Calibri"/>
            </a:endParaRPr>
          </a:p>
        </p:txBody>
      </p:sp>
      <p:sp>
        <p:nvSpPr>
          <p:cNvPr id="473" name="Google Shape;473;p82"/>
          <p:cNvSpPr/>
          <p:nvPr/>
        </p:nvSpPr>
        <p:spPr>
          <a:xfrm>
            <a:off x="5351877" y="1652213"/>
            <a:ext cx="15273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4D8"/>
              </a:buClr>
              <a:buSzPts val="1800"/>
              <a:buFont typeface="Arial Black"/>
              <a:buNone/>
            </a:pPr>
            <a:r>
              <a:rPr b="1" lang="en" sz="1800">
                <a:solidFill>
                  <a:srgbClr val="595959"/>
                </a:solidFill>
                <a:latin typeface="Arial Black"/>
                <a:ea typeface="Arial Black"/>
                <a:cs typeface="Arial Black"/>
                <a:sym typeface="Arial Black"/>
              </a:rPr>
              <a:t>97.5</a:t>
            </a:r>
            <a:r>
              <a:rPr b="1" i="0" lang="en" sz="1800" u="none" cap="none" strike="noStrike">
                <a:solidFill>
                  <a:srgbClr val="595959"/>
                </a:solidFill>
                <a:latin typeface="Arial Black"/>
                <a:ea typeface="Arial Black"/>
                <a:cs typeface="Arial Black"/>
                <a:sym typeface="Arial Black"/>
              </a:rPr>
              <a:t>%</a:t>
            </a:r>
            <a:endParaRPr b="0" i="0" sz="1800" u="none" cap="none" strike="noStrike">
              <a:solidFill>
                <a:srgbClr val="595959"/>
              </a:solidFill>
              <a:latin typeface="Calibri"/>
              <a:ea typeface="Calibri"/>
              <a:cs typeface="Calibri"/>
              <a:sym typeface="Calibri"/>
            </a:endParaRPr>
          </a:p>
        </p:txBody>
      </p:sp>
      <p:sp>
        <p:nvSpPr>
          <p:cNvPr id="474" name="Google Shape;474;p82"/>
          <p:cNvSpPr/>
          <p:nvPr/>
        </p:nvSpPr>
        <p:spPr>
          <a:xfrm>
            <a:off x="5351877" y="1972263"/>
            <a:ext cx="15273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900"/>
              <a:buFont typeface="Calibri"/>
              <a:buNone/>
            </a:pPr>
            <a:r>
              <a:rPr b="0" i="0" lang="en" sz="900" u="none" cap="none" strike="noStrike">
                <a:solidFill>
                  <a:srgbClr val="595959"/>
                </a:solidFill>
                <a:latin typeface="Calibri"/>
                <a:ea typeface="Calibri"/>
                <a:cs typeface="Calibri"/>
                <a:sym typeface="Calibri"/>
              </a:rPr>
              <a:t>View-Through Rate</a:t>
            </a:r>
            <a:endParaRPr b="0" i="0" sz="900" u="none" cap="none" strike="noStrike">
              <a:solidFill>
                <a:srgbClr val="595959"/>
              </a:solidFill>
              <a:latin typeface="Calibri"/>
              <a:ea typeface="Calibri"/>
              <a:cs typeface="Calibri"/>
              <a:sym typeface="Calibri"/>
            </a:endParaRPr>
          </a:p>
        </p:txBody>
      </p:sp>
      <p:sp>
        <p:nvSpPr>
          <p:cNvPr id="475" name="Google Shape;475;p82"/>
          <p:cNvSpPr/>
          <p:nvPr/>
        </p:nvSpPr>
        <p:spPr>
          <a:xfrm>
            <a:off x="7069749" y="882875"/>
            <a:ext cx="15273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4D8"/>
              </a:buClr>
              <a:buSzPts val="1800"/>
              <a:buFont typeface="Arial Black"/>
              <a:buNone/>
            </a:pPr>
            <a:r>
              <a:rPr b="1" lang="en" sz="1800">
                <a:solidFill>
                  <a:srgbClr val="595959"/>
                </a:solidFill>
                <a:latin typeface="Arial Black"/>
                <a:ea typeface="Arial Black"/>
                <a:cs typeface="Arial Black"/>
                <a:sym typeface="Arial Black"/>
              </a:rPr>
              <a:t>1.83</a:t>
            </a:r>
            <a:r>
              <a:rPr b="1" i="0" lang="en" sz="1800" u="none" cap="none" strike="noStrike">
                <a:solidFill>
                  <a:srgbClr val="595959"/>
                </a:solidFill>
                <a:latin typeface="Arial Black"/>
                <a:ea typeface="Arial Black"/>
                <a:cs typeface="Arial Black"/>
                <a:sym typeface="Arial Black"/>
              </a:rPr>
              <a:t>x</a:t>
            </a:r>
            <a:endParaRPr b="0" i="0" sz="1800" u="none" cap="none" strike="noStrike">
              <a:solidFill>
                <a:srgbClr val="595959"/>
              </a:solidFill>
              <a:latin typeface="Calibri"/>
              <a:ea typeface="Calibri"/>
              <a:cs typeface="Calibri"/>
              <a:sym typeface="Calibri"/>
            </a:endParaRPr>
          </a:p>
        </p:txBody>
      </p:sp>
      <p:sp>
        <p:nvSpPr>
          <p:cNvPr id="476" name="Google Shape;476;p82"/>
          <p:cNvSpPr/>
          <p:nvPr/>
        </p:nvSpPr>
        <p:spPr>
          <a:xfrm>
            <a:off x="7069749" y="1202925"/>
            <a:ext cx="15273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900"/>
              <a:buFont typeface="Calibri"/>
              <a:buNone/>
            </a:pPr>
            <a:r>
              <a:rPr b="0" i="0" lang="en" sz="900" u="none" cap="none" strike="noStrike">
                <a:solidFill>
                  <a:srgbClr val="595959"/>
                </a:solidFill>
                <a:latin typeface="Calibri"/>
                <a:ea typeface="Calibri"/>
                <a:cs typeface="Calibri"/>
                <a:sym typeface="Calibri"/>
              </a:rPr>
              <a:t>Avg Frequency</a:t>
            </a:r>
            <a:endParaRPr b="0" i="0" sz="900" u="none" cap="none" strike="noStrike">
              <a:solidFill>
                <a:srgbClr val="595959"/>
              </a:solidFill>
              <a:latin typeface="Calibri"/>
              <a:ea typeface="Calibri"/>
              <a:cs typeface="Calibri"/>
              <a:sym typeface="Calibri"/>
            </a:endParaRPr>
          </a:p>
        </p:txBody>
      </p:sp>
      <p:sp>
        <p:nvSpPr>
          <p:cNvPr id="477" name="Google Shape;477;p82"/>
          <p:cNvSpPr/>
          <p:nvPr/>
        </p:nvSpPr>
        <p:spPr>
          <a:xfrm>
            <a:off x="7069751" y="1652225"/>
            <a:ext cx="1527300" cy="365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 sz="1800">
                <a:solidFill>
                  <a:srgbClr val="595959"/>
                </a:solidFill>
                <a:latin typeface="Arial Black"/>
                <a:ea typeface="Arial Black"/>
                <a:cs typeface="Arial Black"/>
                <a:sym typeface="Arial Black"/>
              </a:rPr>
              <a:t>1,745</a:t>
            </a:r>
            <a:endParaRPr b="1" sz="1800">
              <a:solidFill>
                <a:srgbClr val="595959"/>
              </a:solidFill>
              <a:latin typeface="Arial Black"/>
              <a:ea typeface="Arial Black"/>
              <a:cs typeface="Arial Black"/>
              <a:sym typeface="Arial Black"/>
            </a:endParaRPr>
          </a:p>
        </p:txBody>
      </p:sp>
      <p:sp>
        <p:nvSpPr>
          <p:cNvPr id="478" name="Google Shape;478;p82"/>
          <p:cNvSpPr/>
          <p:nvPr/>
        </p:nvSpPr>
        <p:spPr>
          <a:xfrm>
            <a:off x="7069751" y="1972275"/>
            <a:ext cx="15273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900"/>
              <a:buFont typeface="Calibri"/>
              <a:buNone/>
            </a:pPr>
            <a:r>
              <a:rPr b="0" i="0" lang="en" sz="900" u="none" cap="none" strike="noStrike">
                <a:solidFill>
                  <a:srgbClr val="595959"/>
                </a:solidFill>
                <a:latin typeface="Calibri"/>
                <a:ea typeface="Calibri"/>
                <a:cs typeface="Calibri"/>
                <a:sym typeface="Calibri"/>
              </a:rPr>
              <a:t>Page Views</a:t>
            </a:r>
            <a:endParaRPr b="0" i="0" sz="900" u="none" cap="none" strike="noStrike">
              <a:solidFill>
                <a:srgbClr val="595959"/>
              </a:solidFill>
              <a:latin typeface="Calibri"/>
              <a:ea typeface="Calibri"/>
              <a:cs typeface="Calibri"/>
              <a:sym typeface="Calibri"/>
            </a:endParaRPr>
          </a:p>
        </p:txBody>
      </p:sp>
      <p:grpSp>
        <p:nvGrpSpPr>
          <p:cNvPr id="479" name="Google Shape;479;p82"/>
          <p:cNvGrpSpPr/>
          <p:nvPr/>
        </p:nvGrpSpPr>
        <p:grpSpPr>
          <a:xfrm>
            <a:off x="334308" y="1991223"/>
            <a:ext cx="2011800" cy="1005900"/>
            <a:chOff x="334308" y="795460"/>
            <a:chExt cx="2011800" cy="1005900"/>
          </a:xfrm>
        </p:grpSpPr>
        <p:sp>
          <p:nvSpPr>
            <p:cNvPr id="480" name="Google Shape;480;p82"/>
            <p:cNvSpPr/>
            <p:nvPr/>
          </p:nvSpPr>
          <p:spPr>
            <a:xfrm>
              <a:off x="334308" y="795460"/>
              <a:ext cx="2011800" cy="1005900"/>
            </a:xfrm>
            <a:prstGeom prst="rect">
              <a:avLst/>
            </a:prstGeom>
            <a:solidFill>
              <a:srgbClr val="FFFFFF"/>
            </a:solidFill>
            <a:ln cap="flat" cmpd="sng" w="9525">
              <a:solidFill>
                <a:srgbClr val="E2E8F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1" name="Google Shape;481;p82"/>
            <p:cNvSpPr/>
            <p:nvPr/>
          </p:nvSpPr>
          <p:spPr>
            <a:xfrm>
              <a:off x="334308" y="795460"/>
              <a:ext cx="2011800" cy="63900"/>
            </a:xfrm>
            <a:prstGeom prst="rect">
              <a:avLst/>
            </a:prstGeom>
            <a:solidFill>
              <a:srgbClr val="548135"/>
            </a:solidFill>
            <a:ln cap="flat" cmpd="sng" w="12700">
              <a:solidFill>
                <a:srgbClr val="5481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2" name="Google Shape;482;p82"/>
            <p:cNvSpPr/>
            <p:nvPr/>
          </p:nvSpPr>
          <p:spPr>
            <a:xfrm>
              <a:off x="334308" y="905188"/>
              <a:ext cx="20118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40"/>
                </a:buClr>
                <a:buSzPts val="3000"/>
                <a:buFont typeface="Georgia"/>
                <a:buNone/>
              </a:pPr>
              <a:r>
                <a:rPr b="1" lang="en" sz="3000">
                  <a:solidFill>
                    <a:srgbClr val="0D1B40"/>
                  </a:solidFill>
                  <a:latin typeface="Georgia"/>
                  <a:ea typeface="Georgia"/>
                  <a:cs typeface="Georgia"/>
                  <a:sym typeface="Georgia"/>
                </a:rPr>
                <a:t>43,780</a:t>
              </a:r>
              <a:endParaRPr sz="3000">
                <a:solidFill>
                  <a:srgbClr val="000000"/>
                </a:solidFill>
                <a:latin typeface="Calibri"/>
                <a:ea typeface="Calibri"/>
                <a:cs typeface="Calibri"/>
                <a:sym typeface="Calibri"/>
              </a:endParaRPr>
            </a:p>
          </p:txBody>
        </p:sp>
        <p:sp>
          <p:nvSpPr>
            <p:cNvPr id="483" name="Google Shape;483;p82"/>
            <p:cNvSpPr/>
            <p:nvPr/>
          </p:nvSpPr>
          <p:spPr>
            <a:xfrm>
              <a:off x="334308" y="1389820"/>
              <a:ext cx="2011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00"/>
                <a:buFont typeface="Calibri"/>
                <a:buNone/>
              </a:pPr>
              <a:r>
                <a:rPr b="1" lang="en" sz="1000">
                  <a:solidFill>
                    <a:srgbClr val="64748B"/>
                  </a:solidFill>
                  <a:latin typeface="Calibri"/>
                  <a:ea typeface="Calibri"/>
                  <a:cs typeface="Calibri"/>
                  <a:sym typeface="Calibri"/>
                </a:rPr>
                <a:t>Total Impressions</a:t>
              </a:r>
              <a:endParaRPr sz="1000">
                <a:solidFill>
                  <a:srgbClr val="000000"/>
                </a:solidFill>
                <a:latin typeface="Calibri"/>
                <a:ea typeface="Calibri"/>
                <a:cs typeface="Calibri"/>
                <a:sym typeface="Calibri"/>
              </a:endParaRPr>
            </a:p>
          </p:txBody>
        </p:sp>
      </p:grpSp>
      <p:grpSp>
        <p:nvGrpSpPr>
          <p:cNvPr id="484" name="Google Shape;484;p82"/>
          <p:cNvGrpSpPr/>
          <p:nvPr/>
        </p:nvGrpSpPr>
        <p:grpSpPr>
          <a:xfrm>
            <a:off x="2678534" y="795460"/>
            <a:ext cx="2011800" cy="1005900"/>
            <a:chOff x="2817534" y="795460"/>
            <a:chExt cx="2011800" cy="1005900"/>
          </a:xfrm>
        </p:grpSpPr>
        <p:sp>
          <p:nvSpPr>
            <p:cNvPr id="485" name="Google Shape;485;p82"/>
            <p:cNvSpPr/>
            <p:nvPr/>
          </p:nvSpPr>
          <p:spPr>
            <a:xfrm>
              <a:off x="2817534" y="795460"/>
              <a:ext cx="2011800" cy="1005900"/>
            </a:xfrm>
            <a:prstGeom prst="rect">
              <a:avLst/>
            </a:prstGeom>
            <a:solidFill>
              <a:srgbClr val="FFFFFF"/>
            </a:solidFill>
            <a:ln cap="flat" cmpd="sng" w="9525">
              <a:solidFill>
                <a:srgbClr val="E2E8F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6" name="Google Shape;486;p82"/>
            <p:cNvSpPr/>
            <p:nvPr/>
          </p:nvSpPr>
          <p:spPr>
            <a:xfrm>
              <a:off x="2817534" y="795460"/>
              <a:ext cx="2011800" cy="63900"/>
            </a:xfrm>
            <a:prstGeom prst="rect">
              <a:avLst/>
            </a:prstGeom>
            <a:solidFill>
              <a:srgbClr val="548135"/>
            </a:solidFill>
            <a:ln cap="flat" cmpd="sng" w="12700">
              <a:solidFill>
                <a:srgbClr val="5481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7" name="Google Shape;487;p82"/>
            <p:cNvSpPr/>
            <p:nvPr/>
          </p:nvSpPr>
          <p:spPr>
            <a:xfrm>
              <a:off x="2817534" y="905188"/>
              <a:ext cx="20118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40"/>
                </a:buClr>
                <a:buSzPts val="3000"/>
                <a:buFont typeface="Georgia"/>
                <a:buNone/>
              </a:pPr>
              <a:r>
                <a:rPr b="1" lang="en" sz="3000">
                  <a:solidFill>
                    <a:srgbClr val="0D1B40"/>
                  </a:solidFill>
                  <a:latin typeface="Georgia"/>
                  <a:ea typeface="Georgia"/>
                  <a:cs typeface="Georgia"/>
                  <a:sym typeface="Georgia"/>
                </a:rPr>
                <a:t>24,023</a:t>
              </a:r>
              <a:endParaRPr sz="3000">
                <a:solidFill>
                  <a:srgbClr val="000000"/>
                </a:solidFill>
                <a:latin typeface="Calibri"/>
                <a:ea typeface="Calibri"/>
                <a:cs typeface="Calibri"/>
                <a:sym typeface="Calibri"/>
              </a:endParaRPr>
            </a:p>
          </p:txBody>
        </p:sp>
        <p:sp>
          <p:nvSpPr>
            <p:cNvPr id="488" name="Google Shape;488;p82"/>
            <p:cNvSpPr/>
            <p:nvPr/>
          </p:nvSpPr>
          <p:spPr>
            <a:xfrm>
              <a:off x="2817534" y="1389820"/>
              <a:ext cx="2011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00"/>
                <a:buFont typeface="Calibri"/>
                <a:buNone/>
              </a:pPr>
              <a:r>
                <a:rPr b="1" lang="en" sz="1000">
                  <a:solidFill>
                    <a:srgbClr val="64748B"/>
                  </a:solidFill>
                  <a:latin typeface="Calibri"/>
                  <a:ea typeface="Calibri"/>
                  <a:cs typeface="Calibri"/>
                  <a:sym typeface="Calibri"/>
                </a:rPr>
                <a:t>Households Reached</a:t>
              </a:r>
              <a:endParaRPr sz="1000">
                <a:solidFill>
                  <a:srgbClr val="000000"/>
                </a:solidFill>
                <a:latin typeface="Calibri"/>
                <a:ea typeface="Calibri"/>
                <a:cs typeface="Calibri"/>
                <a:sym typeface="Calibri"/>
              </a:endParaRPr>
            </a:p>
          </p:txBody>
        </p:sp>
      </p:grpSp>
      <p:grpSp>
        <p:nvGrpSpPr>
          <p:cNvPr id="489" name="Google Shape;489;p82"/>
          <p:cNvGrpSpPr/>
          <p:nvPr/>
        </p:nvGrpSpPr>
        <p:grpSpPr>
          <a:xfrm>
            <a:off x="2678520" y="1991230"/>
            <a:ext cx="2011800" cy="1005900"/>
            <a:chOff x="274320" y="2011680"/>
            <a:chExt cx="2011800" cy="1005900"/>
          </a:xfrm>
        </p:grpSpPr>
        <p:sp>
          <p:nvSpPr>
            <p:cNvPr id="490" name="Google Shape;490;p82"/>
            <p:cNvSpPr/>
            <p:nvPr/>
          </p:nvSpPr>
          <p:spPr>
            <a:xfrm>
              <a:off x="274320" y="2011680"/>
              <a:ext cx="2011800" cy="1005900"/>
            </a:xfrm>
            <a:prstGeom prst="rect">
              <a:avLst/>
            </a:prstGeom>
            <a:solidFill>
              <a:srgbClr val="FFFFFF"/>
            </a:solidFill>
            <a:ln cap="flat" cmpd="sng" w="9525">
              <a:solidFill>
                <a:srgbClr val="E2E8F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1" name="Google Shape;491;p82"/>
            <p:cNvSpPr/>
            <p:nvPr/>
          </p:nvSpPr>
          <p:spPr>
            <a:xfrm>
              <a:off x="274320" y="2011680"/>
              <a:ext cx="2011800" cy="63900"/>
            </a:xfrm>
            <a:prstGeom prst="rect">
              <a:avLst/>
            </a:prstGeom>
            <a:solidFill>
              <a:srgbClr val="548135"/>
            </a:solidFill>
            <a:ln cap="flat" cmpd="sng" w="12700">
              <a:solidFill>
                <a:srgbClr val="5481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2" name="Google Shape;492;p82"/>
            <p:cNvSpPr/>
            <p:nvPr/>
          </p:nvSpPr>
          <p:spPr>
            <a:xfrm>
              <a:off x="274320" y="2121408"/>
              <a:ext cx="20118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40"/>
                </a:buClr>
                <a:buSzPts val="3000"/>
                <a:buFont typeface="Georgia"/>
                <a:buNone/>
              </a:pPr>
              <a:r>
                <a:rPr b="1" lang="en" sz="3000">
                  <a:solidFill>
                    <a:srgbClr val="0D1B40"/>
                  </a:solidFill>
                  <a:latin typeface="Georgia"/>
                  <a:ea typeface="Georgia"/>
                  <a:cs typeface="Georgia"/>
                  <a:sym typeface="Georgia"/>
                </a:rPr>
                <a:t>874</a:t>
              </a:r>
              <a:endParaRPr sz="3000">
                <a:solidFill>
                  <a:srgbClr val="000000"/>
                </a:solidFill>
                <a:latin typeface="Calibri"/>
                <a:ea typeface="Calibri"/>
                <a:cs typeface="Calibri"/>
                <a:sym typeface="Calibri"/>
              </a:endParaRPr>
            </a:p>
          </p:txBody>
        </p:sp>
        <p:sp>
          <p:nvSpPr>
            <p:cNvPr id="493" name="Google Shape;493;p82"/>
            <p:cNvSpPr/>
            <p:nvPr/>
          </p:nvSpPr>
          <p:spPr>
            <a:xfrm>
              <a:off x="274320" y="2606040"/>
              <a:ext cx="2011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00"/>
                <a:buFont typeface="Calibri"/>
                <a:buNone/>
              </a:pPr>
              <a:r>
                <a:rPr b="1" lang="en" sz="1000">
                  <a:solidFill>
                    <a:srgbClr val="64748B"/>
                  </a:solidFill>
                  <a:latin typeface="Calibri"/>
                  <a:ea typeface="Calibri"/>
                  <a:cs typeface="Calibri"/>
                  <a:sym typeface="Calibri"/>
                </a:rPr>
                <a:t>Web Sessions</a:t>
              </a:r>
              <a:endParaRPr sz="1000">
                <a:solidFill>
                  <a:srgbClr val="000000"/>
                </a:solidFill>
                <a:latin typeface="Calibri"/>
                <a:ea typeface="Calibri"/>
                <a:cs typeface="Calibri"/>
                <a:sym typeface="Calibri"/>
              </a:endParaRPr>
            </a:p>
          </p:txBody>
        </p:sp>
      </p:grpSp>
      <p:grpSp>
        <p:nvGrpSpPr>
          <p:cNvPr id="494" name="Google Shape;494;p82"/>
          <p:cNvGrpSpPr/>
          <p:nvPr/>
        </p:nvGrpSpPr>
        <p:grpSpPr>
          <a:xfrm>
            <a:off x="334295" y="795460"/>
            <a:ext cx="2011800" cy="1005900"/>
            <a:chOff x="2678520" y="2011685"/>
            <a:chExt cx="2011800" cy="1005900"/>
          </a:xfrm>
        </p:grpSpPr>
        <p:sp>
          <p:nvSpPr>
            <p:cNvPr id="495" name="Google Shape;495;p82"/>
            <p:cNvSpPr/>
            <p:nvPr/>
          </p:nvSpPr>
          <p:spPr>
            <a:xfrm>
              <a:off x="2678520" y="2011685"/>
              <a:ext cx="2011800" cy="1005900"/>
            </a:xfrm>
            <a:prstGeom prst="rect">
              <a:avLst/>
            </a:prstGeom>
            <a:solidFill>
              <a:srgbClr val="FFFFFF"/>
            </a:solidFill>
            <a:ln cap="flat" cmpd="sng" w="9525">
              <a:solidFill>
                <a:srgbClr val="E2E8F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6" name="Google Shape;496;p82"/>
            <p:cNvSpPr/>
            <p:nvPr/>
          </p:nvSpPr>
          <p:spPr>
            <a:xfrm>
              <a:off x="2678520" y="2011685"/>
              <a:ext cx="2011800" cy="63900"/>
            </a:xfrm>
            <a:prstGeom prst="rect">
              <a:avLst/>
            </a:prstGeom>
            <a:solidFill>
              <a:srgbClr val="548135"/>
            </a:solidFill>
            <a:ln cap="flat" cmpd="sng" w="12700">
              <a:solidFill>
                <a:srgbClr val="5481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7" name="Google Shape;497;p82"/>
            <p:cNvSpPr/>
            <p:nvPr/>
          </p:nvSpPr>
          <p:spPr>
            <a:xfrm>
              <a:off x="2678520" y="2121413"/>
              <a:ext cx="20118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40"/>
                </a:buClr>
                <a:buSzPts val="3000"/>
                <a:buFont typeface="Georgia"/>
                <a:buNone/>
              </a:pPr>
              <a:r>
                <a:rPr b="1" lang="en" sz="3000">
                  <a:solidFill>
                    <a:srgbClr val="0D1B40"/>
                  </a:solidFill>
                  <a:latin typeface="Georgia"/>
                  <a:ea typeface="Georgia"/>
                  <a:cs typeface="Georgia"/>
                  <a:sym typeface="Georgia"/>
                </a:rPr>
                <a:t>$2,500</a:t>
              </a:r>
              <a:endParaRPr sz="3000">
                <a:solidFill>
                  <a:srgbClr val="000000"/>
                </a:solidFill>
                <a:latin typeface="Calibri"/>
                <a:ea typeface="Calibri"/>
                <a:cs typeface="Calibri"/>
                <a:sym typeface="Calibri"/>
              </a:endParaRPr>
            </a:p>
          </p:txBody>
        </p:sp>
        <p:sp>
          <p:nvSpPr>
            <p:cNvPr id="498" name="Google Shape;498;p82"/>
            <p:cNvSpPr/>
            <p:nvPr/>
          </p:nvSpPr>
          <p:spPr>
            <a:xfrm>
              <a:off x="2678520" y="2606045"/>
              <a:ext cx="2011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00"/>
                <a:buFont typeface="Calibri"/>
                <a:buNone/>
              </a:pPr>
              <a:r>
                <a:rPr b="1" lang="en" sz="1000">
                  <a:solidFill>
                    <a:srgbClr val="64748B"/>
                  </a:solidFill>
                  <a:latin typeface="Calibri"/>
                  <a:ea typeface="Calibri"/>
                  <a:cs typeface="Calibri"/>
                  <a:sym typeface="Calibri"/>
                </a:rPr>
                <a:t>Total Spend</a:t>
              </a:r>
              <a:endParaRPr sz="1000">
                <a:solidFill>
                  <a:srgbClr val="000000"/>
                </a:solidFill>
                <a:latin typeface="Calibri"/>
                <a:ea typeface="Calibri"/>
                <a:cs typeface="Calibri"/>
                <a:sym typeface="Calibri"/>
              </a:endParaRPr>
            </a:p>
          </p:txBody>
        </p:sp>
        <p:sp>
          <p:nvSpPr>
            <p:cNvPr id="499" name="Google Shape;499;p82"/>
            <p:cNvSpPr/>
            <p:nvPr/>
          </p:nvSpPr>
          <p:spPr>
            <a:xfrm>
              <a:off x="2678520" y="2816357"/>
              <a:ext cx="2011800" cy="164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rPr lang="en" sz="900">
                  <a:solidFill>
                    <a:srgbClr val="64748B"/>
                  </a:solidFill>
                  <a:latin typeface="Calibri"/>
                  <a:ea typeface="Calibri"/>
                  <a:cs typeface="Calibri"/>
                  <a:sym typeface="Calibri"/>
                </a:rPr>
                <a:t>IN + IA + IL</a:t>
              </a:r>
              <a:endParaRPr sz="900">
                <a:solidFill>
                  <a:srgbClr val="000000"/>
                </a:solidFill>
                <a:latin typeface="Calibri"/>
                <a:ea typeface="Calibri"/>
                <a:cs typeface="Calibri"/>
                <a:sym typeface="Calibri"/>
              </a:endParaRPr>
            </a:p>
          </p:txBody>
        </p:sp>
      </p:grpSp>
      <p:grpSp>
        <p:nvGrpSpPr>
          <p:cNvPr id="500" name="Google Shape;500;p82"/>
          <p:cNvGrpSpPr/>
          <p:nvPr/>
        </p:nvGrpSpPr>
        <p:grpSpPr>
          <a:xfrm>
            <a:off x="334296" y="3187010"/>
            <a:ext cx="2011800" cy="1005900"/>
            <a:chOff x="334296" y="3305335"/>
            <a:chExt cx="2011800" cy="1005900"/>
          </a:xfrm>
        </p:grpSpPr>
        <p:sp>
          <p:nvSpPr>
            <p:cNvPr id="501" name="Google Shape;501;p82"/>
            <p:cNvSpPr/>
            <p:nvPr/>
          </p:nvSpPr>
          <p:spPr>
            <a:xfrm>
              <a:off x="334296" y="3305335"/>
              <a:ext cx="2011800" cy="1005900"/>
            </a:xfrm>
            <a:prstGeom prst="rect">
              <a:avLst/>
            </a:prstGeom>
            <a:solidFill>
              <a:srgbClr val="FFFFFF"/>
            </a:solidFill>
            <a:ln cap="flat" cmpd="sng" w="9525">
              <a:solidFill>
                <a:srgbClr val="E2E8F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2" name="Google Shape;502;p82"/>
            <p:cNvSpPr/>
            <p:nvPr/>
          </p:nvSpPr>
          <p:spPr>
            <a:xfrm>
              <a:off x="334296" y="3305335"/>
              <a:ext cx="2011800" cy="63900"/>
            </a:xfrm>
            <a:prstGeom prst="rect">
              <a:avLst/>
            </a:prstGeom>
            <a:solidFill>
              <a:srgbClr val="548135"/>
            </a:solidFill>
            <a:ln cap="flat" cmpd="sng" w="12700">
              <a:solidFill>
                <a:srgbClr val="5481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3" name="Google Shape;503;p82"/>
            <p:cNvSpPr/>
            <p:nvPr/>
          </p:nvSpPr>
          <p:spPr>
            <a:xfrm>
              <a:off x="334296" y="3415063"/>
              <a:ext cx="20118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40"/>
                </a:buClr>
                <a:buSzPts val="3000"/>
                <a:buFont typeface="Georgia"/>
                <a:buNone/>
              </a:pPr>
              <a:r>
                <a:rPr b="1" lang="en" sz="3000">
                  <a:solidFill>
                    <a:srgbClr val="0D1B40"/>
                  </a:solidFill>
                  <a:latin typeface="Georgia"/>
                  <a:ea typeface="Georgia"/>
                  <a:cs typeface="Georgia"/>
                  <a:sym typeface="Georgia"/>
                </a:rPr>
                <a:t>42,668</a:t>
              </a:r>
              <a:endParaRPr sz="3000">
                <a:solidFill>
                  <a:srgbClr val="000000"/>
                </a:solidFill>
                <a:latin typeface="Calibri"/>
                <a:ea typeface="Calibri"/>
                <a:cs typeface="Calibri"/>
                <a:sym typeface="Calibri"/>
              </a:endParaRPr>
            </a:p>
          </p:txBody>
        </p:sp>
        <p:sp>
          <p:nvSpPr>
            <p:cNvPr id="504" name="Google Shape;504;p82"/>
            <p:cNvSpPr/>
            <p:nvPr/>
          </p:nvSpPr>
          <p:spPr>
            <a:xfrm>
              <a:off x="334296" y="3899695"/>
              <a:ext cx="2011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00"/>
                <a:buFont typeface="Calibri"/>
                <a:buNone/>
              </a:pPr>
              <a:r>
                <a:rPr b="1" lang="en" sz="1000">
                  <a:solidFill>
                    <a:srgbClr val="64748B"/>
                  </a:solidFill>
                  <a:latin typeface="Calibri"/>
                  <a:ea typeface="Calibri"/>
                  <a:cs typeface="Calibri"/>
                  <a:sym typeface="Calibri"/>
                </a:rPr>
                <a:t>Completed Views</a:t>
              </a:r>
              <a:endParaRPr sz="1000">
                <a:solidFill>
                  <a:srgbClr val="000000"/>
                </a:solidFill>
                <a:latin typeface="Calibri"/>
                <a:ea typeface="Calibri"/>
                <a:cs typeface="Calibri"/>
                <a:sym typeface="Calibri"/>
              </a:endParaRPr>
            </a:p>
          </p:txBody>
        </p:sp>
      </p:grpSp>
      <p:grpSp>
        <p:nvGrpSpPr>
          <p:cNvPr id="505" name="Google Shape;505;p82"/>
          <p:cNvGrpSpPr/>
          <p:nvPr/>
        </p:nvGrpSpPr>
        <p:grpSpPr>
          <a:xfrm>
            <a:off x="2678521" y="3187005"/>
            <a:ext cx="2011800" cy="1005900"/>
            <a:chOff x="2678521" y="3305330"/>
            <a:chExt cx="2011800" cy="1005900"/>
          </a:xfrm>
        </p:grpSpPr>
        <p:sp>
          <p:nvSpPr>
            <p:cNvPr id="506" name="Google Shape;506;p82"/>
            <p:cNvSpPr/>
            <p:nvPr/>
          </p:nvSpPr>
          <p:spPr>
            <a:xfrm>
              <a:off x="2678521" y="3305330"/>
              <a:ext cx="2011800" cy="1005900"/>
            </a:xfrm>
            <a:prstGeom prst="rect">
              <a:avLst/>
            </a:prstGeom>
            <a:solidFill>
              <a:srgbClr val="FFFFFF"/>
            </a:solidFill>
            <a:ln cap="flat" cmpd="sng" w="9525">
              <a:solidFill>
                <a:srgbClr val="E2E8F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7" name="Google Shape;507;p82"/>
            <p:cNvSpPr/>
            <p:nvPr/>
          </p:nvSpPr>
          <p:spPr>
            <a:xfrm>
              <a:off x="2678521" y="3305330"/>
              <a:ext cx="2011800" cy="63900"/>
            </a:xfrm>
            <a:prstGeom prst="rect">
              <a:avLst/>
            </a:prstGeom>
            <a:solidFill>
              <a:srgbClr val="548135"/>
            </a:solidFill>
            <a:ln cap="flat" cmpd="sng" w="12700">
              <a:solidFill>
                <a:srgbClr val="5481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8" name="Google Shape;508;p82"/>
            <p:cNvSpPr/>
            <p:nvPr/>
          </p:nvSpPr>
          <p:spPr>
            <a:xfrm>
              <a:off x="2678521" y="3415058"/>
              <a:ext cx="20118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40"/>
                </a:buClr>
                <a:buSzPts val="3000"/>
                <a:buFont typeface="Georgia"/>
                <a:buNone/>
              </a:pPr>
              <a:r>
                <a:rPr b="1" lang="en" sz="3000">
                  <a:solidFill>
                    <a:srgbClr val="0D1B40"/>
                  </a:solidFill>
                  <a:latin typeface="Georgia"/>
                  <a:ea typeface="Georgia"/>
                  <a:cs typeface="Georgia"/>
                  <a:sym typeface="Georgia"/>
                </a:rPr>
                <a:t>$0.05</a:t>
              </a:r>
              <a:endParaRPr sz="3000">
                <a:solidFill>
                  <a:srgbClr val="000000"/>
                </a:solidFill>
                <a:latin typeface="Calibri"/>
                <a:ea typeface="Calibri"/>
                <a:cs typeface="Calibri"/>
                <a:sym typeface="Calibri"/>
              </a:endParaRPr>
            </a:p>
          </p:txBody>
        </p:sp>
        <p:sp>
          <p:nvSpPr>
            <p:cNvPr id="509" name="Google Shape;509;p82"/>
            <p:cNvSpPr/>
            <p:nvPr/>
          </p:nvSpPr>
          <p:spPr>
            <a:xfrm>
              <a:off x="2678521" y="3899690"/>
              <a:ext cx="2011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00"/>
                <a:buFont typeface="Calibri"/>
                <a:buNone/>
              </a:pPr>
              <a:r>
                <a:rPr b="1" lang="en" sz="1000">
                  <a:solidFill>
                    <a:srgbClr val="64748B"/>
                  </a:solidFill>
                  <a:latin typeface="Calibri"/>
                  <a:ea typeface="Calibri"/>
                  <a:cs typeface="Calibri"/>
                  <a:sym typeface="Calibri"/>
                </a:rPr>
                <a:t>Avg Cost Per View</a:t>
              </a:r>
              <a:endParaRPr sz="1000">
                <a:solidFill>
                  <a:srgbClr val="000000"/>
                </a:solidFill>
                <a:latin typeface="Calibri"/>
                <a:ea typeface="Calibri"/>
                <a:cs typeface="Calibri"/>
                <a:sym typeface="Calibri"/>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83"/>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OTT / Top Placement Breakdown</a:t>
            </a:r>
            <a:endParaRPr/>
          </a:p>
        </p:txBody>
      </p:sp>
      <p:pic>
        <p:nvPicPr>
          <p:cNvPr id="515" name="Google Shape;515;p83" title="Screenshot 2026-03-31 at 4.07.15 PM.png"/>
          <p:cNvPicPr preferRelativeResize="0"/>
          <p:nvPr/>
        </p:nvPicPr>
        <p:blipFill>
          <a:blip r:embed="rId3">
            <a:alphaModFix/>
          </a:blip>
          <a:stretch>
            <a:fillRect/>
          </a:stretch>
        </p:blipFill>
        <p:spPr>
          <a:xfrm>
            <a:off x="152400" y="529500"/>
            <a:ext cx="8839204" cy="421674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84"/>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OTT / Web Session Performance</a:t>
            </a:r>
            <a:endParaRPr/>
          </a:p>
        </p:txBody>
      </p:sp>
      <p:graphicFrame>
        <p:nvGraphicFramePr>
          <p:cNvPr id="521" name="Google Shape;521;p84"/>
          <p:cNvGraphicFramePr/>
          <p:nvPr/>
        </p:nvGraphicFramePr>
        <p:xfrm>
          <a:off x="131513" y="2571751"/>
          <a:ext cx="3000000" cy="3000000"/>
        </p:xfrm>
        <a:graphic>
          <a:graphicData uri="http://schemas.openxmlformats.org/drawingml/2006/table">
            <a:tbl>
              <a:tblPr>
                <a:noFill/>
                <a:tableStyleId>{12582AF7-009F-48A2-9A44-981834622FC7}</a:tableStyleId>
              </a:tblPr>
              <a:tblGrid>
                <a:gridCol w="524300"/>
                <a:gridCol w="777475"/>
                <a:gridCol w="689275"/>
                <a:gridCol w="880925"/>
              </a:tblGrid>
              <a:tr h="361600">
                <a:tc gridSpan="4">
                  <a:txBody>
                    <a:bodyPr/>
                    <a:lstStyle/>
                    <a:p>
                      <a:pPr indent="0" lvl="0" marL="0" rtl="0" algn="ctr">
                        <a:spcBef>
                          <a:spcPts val="0"/>
                        </a:spcBef>
                        <a:spcAft>
                          <a:spcPts val="0"/>
                        </a:spcAft>
                        <a:buNone/>
                      </a:pPr>
                      <a:r>
                        <a:rPr b="1" lang="en">
                          <a:solidFill>
                            <a:schemeClr val="lt1"/>
                          </a:solidFill>
                        </a:rPr>
                        <a:t>Indiana</a:t>
                      </a:r>
                      <a:endParaRPr b="1">
                        <a:solidFill>
                          <a:schemeClr val="lt1"/>
                        </a:solidFill>
                      </a:endParaRPr>
                    </a:p>
                  </a:txBody>
                  <a:tcPr marT="91425" marB="91425" marR="91425" marL="91425" anchor="ctr">
                    <a:solidFill>
                      <a:srgbClr val="1A2B4B"/>
                    </a:solidFill>
                  </a:tcPr>
                </a:tc>
                <a:tc hMerge="1">
                  <a:txBody>
                    <a:bodyPr/>
                    <a:p/>
                  </a:txBody>
                </a:tc>
                <a:tc hMerge="1">
                  <a:txBody>
                    <a:bodyPr/>
                    <a:p/>
                  </a:txBody>
                </a:tc>
                <a:tc hMerge="1">
                  <a:txBody>
                    <a:bodyPr/>
                    <a:p/>
                  </a:txBody>
                </a:tc>
              </a:tr>
              <a:tr h="361600">
                <a:tc>
                  <a:txBody>
                    <a:bodyPr/>
                    <a:lstStyle/>
                    <a:p>
                      <a:pPr indent="0" lvl="0" marL="0" rtl="0" algn="ctr">
                        <a:spcBef>
                          <a:spcPts val="0"/>
                        </a:spcBef>
                        <a:spcAft>
                          <a:spcPts val="0"/>
                        </a:spcAft>
                        <a:buNone/>
                      </a:pPr>
                      <a:r>
                        <a:rPr b="1" lang="en" sz="800"/>
                        <a:t>Area Code</a:t>
                      </a:r>
                      <a:endParaRPr b="1" sz="800"/>
                    </a:p>
                  </a:txBody>
                  <a:tcPr marT="91425" marB="91425" marR="91425" marL="91425" anchor="ctr">
                    <a:solidFill>
                      <a:srgbClr val="D9E1F2"/>
                    </a:solidFill>
                  </a:tcPr>
                </a:tc>
                <a:tc>
                  <a:txBody>
                    <a:bodyPr/>
                    <a:lstStyle/>
                    <a:p>
                      <a:pPr indent="0" lvl="0" marL="0" rtl="0" algn="ctr">
                        <a:spcBef>
                          <a:spcPts val="0"/>
                        </a:spcBef>
                        <a:spcAft>
                          <a:spcPts val="0"/>
                        </a:spcAft>
                        <a:buClr>
                          <a:schemeClr val="dk1"/>
                        </a:buClr>
                        <a:buSzPts val="1100"/>
                        <a:buFont typeface="Arial"/>
                        <a:buNone/>
                      </a:pPr>
                      <a:r>
                        <a:rPr b="1" lang="en" sz="800">
                          <a:solidFill>
                            <a:schemeClr val="dk1"/>
                          </a:solidFill>
                        </a:rPr>
                        <a:t>City</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t>Web Sessions</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t>Impressions</a:t>
                      </a:r>
                      <a:endParaRPr b="1" sz="800"/>
                    </a:p>
                  </a:txBody>
                  <a:tcPr marT="91425" marB="91425" marR="91425" marL="91425" anchor="ctr">
                    <a:solidFill>
                      <a:srgbClr val="D9E1F2"/>
                    </a:solidFill>
                  </a:tcPr>
                </a:tc>
              </a:tr>
              <a:tr h="361600">
                <a:tc>
                  <a:txBody>
                    <a:bodyPr/>
                    <a:lstStyle/>
                    <a:p>
                      <a:pPr indent="0" lvl="0" marL="0" rtl="0" algn="ctr">
                        <a:spcBef>
                          <a:spcPts val="0"/>
                        </a:spcBef>
                        <a:spcAft>
                          <a:spcPts val="0"/>
                        </a:spcAft>
                        <a:buNone/>
                      </a:pPr>
                      <a:r>
                        <a:rPr lang="en" sz="800">
                          <a:solidFill>
                            <a:schemeClr val="dk1"/>
                          </a:solidFill>
                        </a:rPr>
                        <a:t>46750</a:t>
                      </a:r>
                      <a:endParaRPr sz="800"/>
                    </a:p>
                  </a:txBody>
                  <a:tcPr marT="91425" marB="91425" marR="91425" marL="91425" anchor="ctr"/>
                </a:tc>
                <a:tc>
                  <a:txBody>
                    <a:bodyPr/>
                    <a:lstStyle/>
                    <a:p>
                      <a:pPr indent="0" lvl="0" marL="0" rtl="0" algn="ctr">
                        <a:spcBef>
                          <a:spcPts val="0"/>
                        </a:spcBef>
                        <a:spcAft>
                          <a:spcPts val="0"/>
                        </a:spcAft>
                        <a:buNone/>
                      </a:pPr>
                      <a:r>
                        <a:rPr lang="en" sz="800"/>
                        <a:t>Huntington</a:t>
                      </a:r>
                      <a:endParaRPr sz="800"/>
                    </a:p>
                  </a:txBody>
                  <a:tcPr marT="91425" marB="91425" marR="91425" marL="91425" anchor="ctr"/>
                </a:tc>
                <a:tc>
                  <a:txBody>
                    <a:bodyPr/>
                    <a:lstStyle/>
                    <a:p>
                      <a:pPr indent="0" lvl="0" marL="0" rtl="0" algn="ctr">
                        <a:spcBef>
                          <a:spcPts val="0"/>
                        </a:spcBef>
                        <a:spcAft>
                          <a:spcPts val="0"/>
                        </a:spcAft>
                        <a:buNone/>
                      </a:pPr>
                      <a:r>
                        <a:rPr lang="en" sz="800"/>
                        <a:t>70</a:t>
                      </a:r>
                      <a:endParaRPr sz="800"/>
                    </a:p>
                  </a:txBody>
                  <a:tcPr marT="91425" marB="91425" marR="91425" marL="91425" anchor="ctr"/>
                </a:tc>
                <a:tc>
                  <a:txBody>
                    <a:bodyPr/>
                    <a:lstStyle/>
                    <a:p>
                      <a:pPr indent="0" lvl="0" marL="0" rtl="0" algn="ctr">
                        <a:spcBef>
                          <a:spcPts val="0"/>
                        </a:spcBef>
                        <a:spcAft>
                          <a:spcPts val="0"/>
                        </a:spcAft>
                        <a:buNone/>
                      </a:pPr>
                      <a:r>
                        <a:rPr lang="en" sz="800"/>
                        <a:t>3,591</a:t>
                      </a:r>
                      <a:endParaRPr sz="800"/>
                    </a:p>
                  </a:txBody>
                  <a:tcPr marT="91425" marB="91425" marR="91425" marL="91425" anchor="ctr"/>
                </a:tc>
              </a:tr>
              <a:tr h="361600">
                <a:tc>
                  <a:txBody>
                    <a:bodyPr/>
                    <a:lstStyle/>
                    <a:p>
                      <a:pPr indent="0" lvl="0" marL="0" rtl="0" algn="ctr">
                        <a:spcBef>
                          <a:spcPts val="0"/>
                        </a:spcBef>
                        <a:spcAft>
                          <a:spcPts val="0"/>
                        </a:spcAft>
                        <a:buNone/>
                      </a:pPr>
                      <a:r>
                        <a:rPr lang="en" sz="800"/>
                        <a:t>46953</a:t>
                      </a:r>
                      <a:endParaRPr sz="800"/>
                    </a:p>
                  </a:txBody>
                  <a:tcPr marT="91425" marB="91425" marR="91425" marL="91425" anchor="ctr"/>
                </a:tc>
                <a:tc>
                  <a:txBody>
                    <a:bodyPr/>
                    <a:lstStyle/>
                    <a:p>
                      <a:pPr indent="0" lvl="0" marL="0" rtl="0" algn="ctr">
                        <a:spcBef>
                          <a:spcPts val="0"/>
                        </a:spcBef>
                        <a:spcAft>
                          <a:spcPts val="0"/>
                        </a:spcAft>
                        <a:buNone/>
                      </a:pPr>
                      <a:r>
                        <a:rPr lang="en" sz="800"/>
                        <a:t>Marion</a:t>
                      </a:r>
                      <a:endParaRPr sz="800"/>
                    </a:p>
                  </a:txBody>
                  <a:tcPr marT="91425" marB="91425" marR="91425" marL="91425" anchor="ctr"/>
                </a:tc>
                <a:tc>
                  <a:txBody>
                    <a:bodyPr/>
                    <a:lstStyle/>
                    <a:p>
                      <a:pPr indent="0" lvl="0" marL="0" rtl="0" algn="ctr">
                        <a:spcBef>
                          <a:spcPts val="0"/>
                        </a:spcBef>
                        <a:spcAft>
                          <a:spcPts val="0"/>
                        </a:spcAft>
                        <a:buNone/>
                      </a:pPr>
                      <a:r>
                        <a:rPr lang="en" sz="800"/>
                        <a:t>60</a:t>
                      </a:r>
                      <a:endParaRPr sz="800"/>
                    </a:p>
                  </a:txBody>
                  <a:tcPr marT="91425" marB="91425" marR="91425" marL="91425" anchor="ctr"/>
                </a:tc>
                <a:tc>
                  <a:txBody>
                    <a:bodyPr/>
                    <a:lstStyle/>
                    <a:p>
                      <a:pPr indent="0" lvl="0" marL="0" rtl="0" algn="ctr">
                        <a:spcBef>
                          <a:spcPts val="0"/>
                        </a:spcBef>
                        <a:spcAft>
                          <a:spcPts val="0"/>
                        </a:spcAft>
                        <a:buNone/>
                      </a:pPr>
                      <a:r>
                        <a:rPr lang="en" sz="800"/>
                        <a:t>3,051</a:t>
                      </a:r>
                      <a:endParaRPr sz="800"/>
                    </a:p>
                  </a:txBody>
                  <a:tcPr marT="91425" marB="91425" marR="91425" marL="91425" anchor="ctr"/>
                </a:tc>
              </a:tr>
              <a:tr h="361600">
                <a:tc>
                  <a:txBody>
                    <a:bodyPr/>
                    <a:lstStyle/>
                    <a:p>
                      <a:pPr indent="0" lvl="0" marL="0" rtl="0" algn="ctr">
                        <a:spcBef>
                          <a:spcPts val="0"/>
                        </a:spcBef>
                        <a:spcAft>
                          <a:spcPts val="0"/>
                        </a:spcAft>
                        <a:buNone/>
                      </a:pPr>
                      <a:r>
                        <a:rPr lang="en" sz="800"/>
                        <a:t>46992</a:t>
                      </a:r>
                      <a:endParaRPr sz="800"/>
                    </a:p>
                  </a:txBody>
                  <a:tcPr marT="91425" marB="91425" marR="91425" marL="91425" anchor="ctr"/>
                </a:tc>
                <a:tc>
                  <a:txBody>
                    <a:bodyPr/>
                    <a:lstStyle/>
                    <a:p>
                      <a:pPr indent="0" lvl="0" marL="0" rtl="0" algn="ctr">
                        <a:spcBef>
                          <a:spcPts val="0"/>
                        </a:spcBef>
                        <a:spcAft>
                          <a:spcPts val="0"/>
                        </a:spcAft>
                        <a:buNone/>
                      </a:pPr>
                      <a:r>
                        <a:rPr lang="en" sz="800"/>
                        <a:t>Wabash</a:t>
                      </a:r>
                      <a:endParaRPr sz="800"/>
                    </a:p>
                  </a:txBody>
                  <a:tcPr marT="91425" marB="91425" marR="91425" marL="91425" anchor="ctr"/>
                </a:tc>
                <a:tc>
                  <a:txBody>
                    <a:bodyPr/>
                    <a:lstStyle/>
                    <a:p>
                      <a:pPr indent="0" lvl="0" marL="0" rtl="0" algn="ctr">
                        <a:spcBef>
                          <a:spcPts val="0"/>
                        </a:spcBef>
                        <a:spcAft>
                          <a:spcPts val="0"/>
                        </a:spcAft>
                        <a:buNone/>
                      </a:pPr>
                      <a:r>
                        <a:rPr lang="en" sz="800"/>
                        <a:t>60</a:t>
                      </a:r>
                      <a:endParaRPr sz="800"/>
                    </a:p>
                  </a:txBody>
                  <a:tcPr marT="91425" marB="91425" marR="91425" marL="91425" anchor="ctr"/>
                </a:tc>
                <a:tc>
                  <a:txBody>
                    <a:bodyPr/>
                    <a:lstStyle/>
                    <a:p>
                      <a:pPr indent="0" lvl="0" marL="0" rtl="0" algn="ctr">
                        <a:spcBef>
                          <a:spcPts val="0"/>
                        </a:spcBef>
                        <a:spcAft>
                          <a:spcPts val="0"/>
                        </a:spcAft>
                        <a:buNone/>
                      </a:pPr>
                      <a:r>
                        <a:rPr lang="en" sz="800"/>
                        <a:t>3,187</a:t>
                      </a:r>
                      <a:endParaRPr sz="800"/>
                    </a:p>
                  </a:txBody>
                  <a:tcPr marT="91425" marB="91425" marR="91425" marL="91425" anchor="ctr"/>
                </a:tc>
              </a:tr>
            </a:tbl>
          </a:graphicData>
        </a:graphic>
      </p:graphicFrame>
      <p:graphicFrame>
        <p:nvGraphicFramePr>
          <p:cNvPr id="522" name="Google Shape;522;p84"/>
          <p:cNvGraphicFramePr/>
          <p:nvPr/>
        </p:nvGraphicFramePr>
        <p:xfrm>
          <a:off x="3136000" y="2571751"/>
          <a:ext cx="3000000" cy="3000000"/>
        </p:xfrm>
        <a:graphic>
          <a:graphicData uri="http://schemas.openxmlformats.org/drawingml/2006/table">
            <a:tbl>
              <a:tblPr>
                <a:noFill/>
                <a:tableStyleId>{12582AF7-009F-48A2-9A44-981834622FC7}</a:tableStyleId>
              </a:tblPr>
              <a:tblGrid>
                <a:gridCol w="524300"/>
                <a:gridCol w="777475"/>
                <a:gridCol w="689275"/>
                <a:gridCol w="880925"/>
              </a:tblGrid>
              <a:tr h="361600">
                <a:tc gridSpan="4">
                  <a:txBody>
                    <a:bodyPr/>
                    <a:lstStyle/>
                    <a:p>
                      <a:pPr indent="0" lvl="0" marL="0" rtl="0" algn="ctr">
                        <a:spcBef>
                          <a:spcPts val="0"/>
                        </a:spcBef>
                        <a:spcAft>
                          <a:spcPts val="0"/>
                        </a:spcAft>
                        <a:buNone/>
                      </a:pPr>
                      <a:r>
                        <a:rPr b="1" lang="en">
                          <a:solidFill>
                            <a:schemeClr val="lt1"/>
                          </a:solidFill>
                        </a:rPr>
                        <a:t>Iowa</a:t>
                      </a:r>
                      <a:endParaRPr b="1">
                        <a:solidFill>
                          <a:schemeClr val="lt1"/>
                        </a:solidFill>
                      </a:endParaRPr>
                    </a:p>
                  </a:txBody>
                  <a:tcPr marT="91425" marB="91425" marR="91425" marL="91425" anchor="ctr">
                    <a:solidFill>
                      <a:srgbClr val="1A2B4B"/>
                    </a:solidFill>
                  </a:tcPr>
                </a:tc>
                <a:tc hMerge="1">
                  <a:txBody>
                    <a:bodyPr/>
                    <a:p/>
                  </a:txBody>
                </a:tc>
                <a:tc hMerge="1">
                  <a:txBody>
                    <a:bodyPr/>
                    <a:p/>
                  </a:txBody>
                </a:tc>
                <a:tc hMerge="1">
                  <a:txBody>
                    <a:bodyPr/>
                    <a:p/>
                  </a:txBody>
                </a:tc>
              </a:tr>
              <a:tr h="361600">
                <a:tc>
                  <a:txBody>
                    <a:bodyPr/>
                    <a:lstStyle/>
                    <a:p>
                      <a:pPr indent="0" lvl="0" marL="0" rtl="0" algn="ctr">
                        <a:spcBef>
                          <a:spcPts val="0"/>
                        </a:spcBef>
                        <a:spcAft>
                          <a:spcPts val="0"/>
                        </a:spcAft>
                        <a:buNone/>
                      </a:pPr>
                      <a:r>
                        <a:rPr b="1" lang="en" sz="800"/>
                        <a:t>Area Code</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solidFill>
                            <a:schemeClr val="dk1"/>
                          </a:solidFill>
                        </a:rPr>
                        <a:t>City</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t>Web Sessions</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t>Impressions</a:t>
                      </a:r>
                      <a:endParaRPr b="1" sz="800"/>
                    </a:p>
                  </a:txBody>
                  <a:tcPr marT="91425" marB="91425" marR="91425" marL="91425" anchor="ctr">
                    <a:solidFill>
                      <a:srgbClr val="D9E1F2"/>
                    </a:solidFill>
                  </a:tcPr>
                </a:tc>
              </a:tr>
              <a:tr h="361600">
                <a:tc>
                  <a:txBody>
                    <a:bodyPr/>
                    <a:lstStyle/>
                    <a:p>
                      <a:pPr indent="0" lvl="0" marL="0" rtl="0" algn="ctr">
                        <a:spcBef>
                          <a:spcPts val="0"/>
                        </a:spcBef>
                        <a:spcAft>
                          <a:spcPts val="0"/>
                        </a:spcAft>
                        <a:buNone/>
                      </a:pPr>
                      <a:r>
                        <a:rPr lang="en" sz="800"/>
                        <a:t>50144</a:t>
                      </a:r>
                      <a:endParaRPr sz="800"/>
                    </a:p>
                  </a:txBody>
                  <a:tcPr marT="91425" marB="91425" marR="91425" marL="91425" anchor="ctr"/>
                </a:tc>
                <a:tc>
                  <a:txBody>
                    <a:bodyPr/>
                    <a:lstStyle/>
                    <a:p>
                      <a:pPr indent="0" lvl="0" marL="0" rtl="0" algn="ctr">
                        <a:spcBef>
                          <a:spcPts val="0"/>
                        </a:spcBef>
                        <a:spcAft>
                          <a:spcPts val="0"/>
                        </a:spcAft>
                        <a:buNone/>
                      </a:pPr>
                      <a:r>
                        <a:rPr lang="en" sz="800"/>
                        <a:t>Leon</a:t>
                      </a:r>
                      <a:endParaRPr sz="800"/>
                    </a:p>
                  </a:txBody>
                  <a:tcPr marT="91425" marB="91425" marR="91425" marL="91425" anchor="ctr"/>
                </a:tc>
                <a:tc>
                  <a:txBody>
                    <a:bodyPr/>
                    <a:lstStyle/>
                    <a:p>
                      <a:pPr indent="0" lvl="0" marL="0" rtl="0" algn="ctr">
                        <a:spcBef>
                          <a:spcPts val="0"/>
                        </a:spcBef>
                        <a:spcAft>
                          <a:spcPts val="0"/>
                        </a:spcAft>
                        <a:buNone/>
                      </a:pPr>
                      <a:r>
                        <a:rPr lang="en" sz="800"/>
                        <a:t>36</a:t>
                      </a:r>
                      <a:endParaRPr sz="800"/>
                    </a:p>
                  </a:txBody>
                  <a:tcPr marT="91425" marB="91425" marR="91425" marL="91425" anchor="ctr"/>
                </a:tc>
                <a:tc>
                  <a:txBody>
                    <a:bodyPr/>
                    <a:lstStyle/>
                    <a:p>
                      <a:pPr indent="0" lvl="0" marL="0" rtl="0" algn="ctr">
                        <a:spcBef>
                          <a:spcPts val="0"/>
                        </a:spcBef>
                        <a:spcAft>
                          <a:spcPts val="0"/>
                        </a:spcAft>
                        <a:buNone/>
                      </a:pPr>
                      <a:r>
                        <a:rPr lang="en" sz="800"/>
                        <a:t>1,837 </a:t>
                      </a:r>
                      <a:endParaRPr sz="800"/>
                    </a:p>
                  </a:txBody>
                  <a:tcPr marT="91425" marB="91425" marR="91425" marL="91425" anchor="ctr"/>
                </a:tc>
              </a:tr>
              <a:tr h="361600">
                <a:tc>
                  <a:txBody>
                    <a:bodyPr/>
                    <a:lstStyle/>
                    <a:p>
                      <a:pPr indent="0" lvl="0" marL="0" rtl="0" algn="ctr">
                        <a:spcBef>
                          <a:spcPts val="0"/>
                        </a:spcBef>
                        <a:spcAft>
                          <a:spcPts val="0"/>
                        </a:spcAft>
                        <a:buNone/>
                      </a:pPr>
                      <a:r>
                        <a:rPr lang="en" sz="800"/>
                        <a:t>50140</a:t>
                      </a:r>
                      <a:endParaRPr sz="800"/>
                    </a:p>
                  </a:txBody>
                  <a:tcPr marT="91425" marB="91425" marR="91425" marL="91425" anchor="ctr"/>
                </a:tc>
                <a:tc>
                  <a:txBody>
                    <a:bodyPr/>
                    <a:lstStyle/>
                    <a:p>
                      <a:pPr indent="0" lvl="0" marL="0" rtl="0" algn="ctr">
                        <a:spcBef>
                          <a:spcPts val="0"/>
                        </a:spcBef>
                        <a:spcAft>
                          <a:spcPts val="0"/>
                        </a:spcAft>
                        <a:buNone/>
                      </a:pPr>
                      <a:r>
                        <a:rPr lang="en" sz="800"/>
                        <a:t>Lamoni</a:t>
                      </a:r>
                      <a:endParaRPr sz="800"/>
                    </a:p>
                  </a:txBody>
                  <a:tcPr marT="91425" marB="91425" marR="91425" marL="91425" anchor="ctr"/>
                </a:tc>
                <a:tc>
                  <a:txBody>
                    <a:bodyPr/>
                    <a:lstStyle/>
                    <a:p>
                      <a:pPr indent="0" lvl="0" marL="0" rtl="0" algn="ctr">
                        <a:spcBef>
                          <a:spcPts val="0"/>
                        </a:spcBef>
                        <a:spcAft>
                          <a:spcPts val="0"/>
                        </a:spcAft>
                        <a:buNone/>
                      </a:pPr>
                      <a:r>
                        <a:rPr lang="en" sz="800"/>
                        <a:t>28</a:t>
                      </a:r>
                      <a:endParaRPr sz="800"/>
                    </a:p>
                  </a:txBody>
                  <a:tcPr marT="91425" marB="91425" marR="91425" marL="91425" anchor="ctr"/>
                </a:tc>
                <a:tc>
                  <a:txBody>
                    <a:bodyPr/>
                    <a:lstStyle/>
                    <a:p>
                      <a:pPr indent="0" lvl="0" marL="0" rtl="0" algn="ctr">
                        <a:spcBef>
                          <a:spcPts val="0"/>
                        </a:spcBef>
                        <a:spcAft>
                          <a:spcPts val="0"/>
                        </a:spcAft>
                        <a:buNone/>
                      </a:pPr>
                      <a:r>
                        <a:rPr lang="en" sz="800"/>
                        <a:t>1,445 </a:t>
                      </a:r>
                      <a:endParaRPr sz="800"/>
                    </a:p>
                  </a:txBody>
                  <a:tcPr marT="91425" marB="91425" marR="91425" marL="91425" anchor="ctr"/>
                </a:tc>
              </a:tr>
              <a:tr h="361600">
                <a:tc>
                  <a:txBody>
                    <a:bodyPr/>
                    <a:lstStyle/>
                    <a:p>
                      <a:pPr indent="0" lvl="0" marL="0" rtl="0" algn="ctr">
                        <a:spcBef>
                          <a:spcPts val="0"/>
                        </a:spcBef>
                        <a:spcAft>
                          <a:spcPts val="0"/>
                        </a:spcAft>
                        <a:buNone/>
                      </a:pPr>
                      <a:r>
                        <a:rPr lang="en" sz="800"/>
                        <a:t>50065</a:t>
                      </a:r>
                      <a:endParaRPr sz="800"/>
                    </a:p>
                  </a:txBody>
                  <a:tcPr marT="91425" marB="91425" marR="91425" marL="91425" anchor="ctr"/>
                </a:tc>
                <a:tc>
                  <a:txBody>
                    <a:bodyPr/>
                    <a:lstStyle/>
                    <a:p>
                      <a:pPr indent="0" lvl="0" marL="0" rtl="0" algn="ctr">
                        <a:spcBef>
                          <a:spcPts val="0"/>
                        </a:spcBef>
                        <a:spcAft>
                          <a:spcPts val="0"/>
                        </a:spcAft>
                        <a:buNone/>
                      </a:pPr>
                      <a:r>
                        <a:rPr lang="en" sz="800"/>
                        <a:t>Mount Ayr</a:t>
                      </a:r>
                      <a:endParaRPr sz="800"/>
                    </a:p>
                  </a:txBody>
                  <a:tcPr marT="91425" marB="91425" marR="91425" marL="91425" anchor="ctr"/>
                </a:tc>
                <a:tc>
                  <a:txBody>
                    <a:bodyPr/>
                    <a:lstStyle/>
                    <a:p>
                      <a:pPr indent="0" lvl="0" marL="0" rtl="0" algn="ctr">
                        <a:spcBef>
                          <a:spcPts val="0"/>
                        </a:spcBef>
                        <a:spcAft>
                          <a:spcPts val="0"/>
                        </a:spcAft>
                        <a:buNone/>
                      </a:pPr>
                      <a:r>
                        <a:rPr lang="en" sz="800"/>
                        <a:t>2</a:t>
                      </a:r>
                      <a:endParaRPr sz="800"/>
                    </a:p>
                  </a:txBody>
                  <a:tcPr marT="91425" marB="91425" marR="91425" marL="91425" anchor="ctr"/>
                </a:tc>
                <a:tc>
                  <a:txBody>
                    <a:bodyPr/>
                    <a:lstStyle/>
                    <a:p>
                      <a:pPr indent="0" lvl="0" marL="0" rtl="0" algn="ctr">
                        <a:spcBef>
                          <a:spcPts val="0"/>
                        </a:spcBef>
                        <a:spcAft>
                          <a:spcPts val="0"/>
                        </a:spcAft>
                        <a:buNone/>
                      </a:pPr>
                      <a:r>
                        <a:rPr lang="en" sz="800"/>
                        <a:t>105</a:t>
                      </a:r>
                      <a:endParaRPr sz="800"/>
                    </a:p>
                  </a:txBody>
                  <a:tcPr marT="91425" marB="91425" marR="91425" marL="91425" anchor="ctr"/>
                </a:tc>
              </a:tr>
            </a:tbl>
          </a:graphicData>
        </a:graphic>
      </p:graphicFrame>
      <p:graphicFrame>
        <p:nvGraphicFramePr>
          <p:cNvPr id="523" name="Google Shape;523;p84"/>
          <p:cNvGraphicFramePr/>
          <p:nvPr/>
        </p:nvGraphicFramePr>
        <p:xfrm>
          <a:off x="6140500" y="2571751"/>
          <a:ext cx="3000000" cy="3000000"/>
        </p:xfrm>
        <a:graphic>
          <a:graphicData uri="http://schemas.openxmlformats.org/drawingml/2006/table">
            <a:tbl>
              <a:tblPr>
                <a:noFill/>
                <a:tableStyleId>{12582AF7-009F-48A2-9A44-981834622FC7}</a:tableStyleId>
              </a:tblPr>
              <a:tblGrid>
                <a:gridCol w="512125"/>
                <a:gridCol w="918725"/>
                <a:gridCol w="649725"/>
                <a:gridCol w="791400"/>
              </a:tblGrid>
              <a:tr h="361600">
                <a:tc gridSpan="4">
                  <a:txBody>
                    <a:bodyPr/>
                    <a:lstStyle/>
                    <a:p>
                      <a:pPr indent="0" lvl="0" marL="0" rtl="0" algn="ctr">
                        <a:spcBef>
                          <a:spcPts val="0"/>
                        </a:spcBef>
                        <a:spcAft>
                          <a:spcPts val="0"/>
                        </a:spcAft>
                        <a:buNone/>
                      </a:pPr>
                      <a:r>
                        <a:rPr b="1" lang="en">
                          <a:solidFill>
                            <a:schemeClr val="lt1"/>
                          </a:solidFill>
                        </a:rPr>
                        <a:t>Illinois</a:t>
                      </a:r>
                      <a:endParaRPr b="1">
                        <a:solidFill>
                          <a:schemeClr val="lt1"/>
                        </a:solidFill>
                      </a:endParaRPr>
                    </a:p>
                  </a:txBody>
                  <a:tcPr marT="91425" marB="91425" marR="91425" marL="91425" anchor="ctr">
                    <a:solidFill>
                      <a:srgbClr val="1A2B4B"/>
                    </a:solidFill>
                  </a:tcPr>
                </a:tc>
                <a:tc hMerge="1">
                  <a:txBody>
                    <a:bodyPr/>
                    <a:p/>
                  </a:txBody>
                </a:tc>
                <a:tc hMerge="1">
                  <a:txBody>
                    <a:bodyPr/>
                    <a:p/>
                  </a:txBody>
                </a:tc>
                <a:tc hMerge="1">
                  <a:txBody>
                    <a:bodyPr/>
                    <a:p/>
                  </a:txBody>
                </a:tc>
              </a:tr>
              <a:tr h="361600">
                <a:tc>
                  <a:txBody>
                    <a:bodyPr/>
                    <a:lstStyle/>
                    <a:p>
                      <a:pPr indent="0" lvl="0" marL="0" rtl="0" algn="ctr">
                        <a:spcBef>
                          <a:spcPts val="0"/>
                        </a:spcBef>
                        <a:spcAft>
                          <a:spcPts val="0"/>
                        </a:spcAft>
                        <a:buNone/>
                      </a:pPr>
                      <a:r>
                        <a:rPr b="1" lang="en" sz="800"/>
                        <a:t>Area Code</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solidFill>
                            <a:schemeClr val="dk1"/>
                          </a:solidFill>
                        </a:rPr>
                        <a:t>City</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t>Web Sessions</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t>Impression</a:t>
                      </a:r>
                      <a:endParaRPr b="1" sz="800"/>
                    </a:p>
                  </a:txBody>
                  <a:tcPr marT="91425" marB="91425" marR="91425" marL="91425" anchor="ctr">
                    <a:solidFill>
                      <a:srgbClr val="D9E1F2"/>
                    </a:solidFill>
                  </a:tcPr>
                </a:tc>
              </a:tr>
              <a:tr h="361600">
                <a:tc>
                  <a:txBody>
                    <a:bodyPr/>
                    <a:lstStyle/>
                    <a:p>
                      <a:pPr indent="0" lvl="0" marL="0" rtl="0" algn="ctr">
                        <a:spcBef>
                          <a:spcPts val="0"/>
                        </a:spcBef>
                        <a:spcAft>
                          <a:spcPts val="0"/>
                        </a:spcAft>
                        <a:buNone/>
                      </a:pPr>
                      <a:r>
                        <a:rPr lang="en" sz="800"/>
                        <a:t>62864</a:t>
                      </a:r>
                      <a:endParaRPr sz="800"/>
                    </a:p>
                  </a:txBody>
                  <a:tcPr marT="91425" marB="91425" marR="91425" marL="91425" anchor="ctr"/>
                </a:tc>
                <a:tc>
                  <a:txBody>
                    <a:bodyPr/>
                    <a:lstStyle/>
                    <a:p>
                      <a:pPr indent="0" lvl="0" marL="0" rtl="0" algn="ctr">
                        <a:spcBef>
                          <a:spcPts val="0"/>
                        </a:spcBef>
                        <a:spcAft>
                          <a:spcPts val="0"/>
                        </a:spcAft>
                        <a:buNone/>
                      </a:pPr>
                      <a:r>
                        <a:rPr lang="en" sz="800"/>
                        <a:t>Mount Vernon</a:t>
                      </a:r>
                      <a:endParaRPr sz="800"/>
                    </a:p>
                  </a:txBody>
                  <a:tcPr marT="91425" marB="91425" marR="91425" marL="91425" anchor="ctr"/>
                </a:tc>
                <a:tc>
                  <a:txBody>
                    <a:bodyPr/>
                    <a:lstStyle/>
                    <a:p>
                      <a:pPr indent="0" lvl="0" marL="0" rtl="0" algn="ctr">
                        <a:spcBef>
                          <a:spcPts val="0"/>
                        </a:spcBef>
                        <a:spcAft>
                          <a:spcPts val="0"/>
                        </a:spcAft>
                        <a:buNone/>
                      </a:pPr>
                      <a:r>
                        <a:rPr lang="en" sz="800"/>
                        <a:t>79</a:t>
                      </a:r>
                      <a:endParaRPr sz="800"/>
                    </a:p>
                  </a:txBody>
                  <a:tcPr marT="91425" marB="91425" marR="91425" marL="91425" anchor="ctr"/>
                </a:tc>
                <a:tc>
                  <a:txBody>
                    <a:bodyPr/>
                    <a:lstStyle/>
                    <a:p>
                      <a:pPr indent="0" lvl="0" marL="0" rtl="0" algn="ctr">
                        <a:spcBef>
                          <a:spcPts val="0"/>
                        </a:spcBef>
                        <a:spcAft>
                          <a:spcPts val="0"/>
                        </a:spcAft>
                        <a:buNone/>
                      </a:pPr>
                      <a:r>
                        <a:rPr lang="en" sz="800"/>
                        <a:t>3,878</a:t>
                      </a:r>
                      <a:endParaRPr sz="800"/>
                    </a:p>
                  </a:txBody>
                  <a:tcPr marT="91425" marB="91425" marR="91425" marL="91425" anchor="ctr"/>
                </a:tc>
              </a:tr>
              <a:tr h="361600">
                <a:tc>
                  <a:txBody>
                    <a:bodyPr/>
                    <a:lstStyle/>
                    <a:p>
                      <a:pPr indent="0" lvl="0" marL="0" rtl="0" algn="ctr">
                        <a:spcBef>
                          <a:spcPts val="0"/>
                        </a:spcBef>
                        <a:spcAft>
                          <a:spcPts val="0"/>
                        </a:spcAft>
                        <a:buNone/>
                      </a:pPr>
                      <a:r>
                        <a:rPr lang="en" sz="800"/>
                        <a:t>62812</a:t>
                      </a:r>
                      <a:endParaRPr sz="800"/>
                    </a:p>
                  </a:txBody>
                  <a:tcPr marT="91425" marB="91425" marR="91425" marL="91425" anchor="ctr"/>
                </a:tc>
                <a:tc>
                  <a:txBody>
                    <a:bodyPr/>
                    <a:lstStyle/>
                    <a:p>
                      <a:pPr indent="0" lvl="0" marL="0" rtl="0" algn="ctr">
                        <a:spcBef>
                          <a:spcPts val="0"/>
                        </a:spcBef>
                        <a:spcAft>
                          <a:spcPts val="0"/>
                        </a:spcAft>
                        <a:buNone/>
                      </a:pPr>
                      <a:r>
                        <a:rPr lang="en" sz="800"/>
                        <a:t>Benton</a:t>
                      </a:r>
                      <a:endParaRPr sz="800"/>
                    </a:p>
                  </a:txBody>
                  <a:tcPr marT="91425" marB="91425" marR="91425" marL="91425" anchor="ctr"/>
                </a:tc>
                <a:tc>
                  <a:txBody>
                    <a:bodyPr/>
                    <a:lstStyle/>
                    <a:p>
                      <a:pPr indent="0" lvl="0" marL="0" rtl="0" algn="ctr">
                        <a:spcBef>
                          <a:spcPts val="0"/>
                        </a:spcBef>
                        <a:spcAft>
                          <a:spcPts val="0"/>
                        </a:spcAft>
                        <a:buNone/>
                      </a:pPr>
                      <a:r>
                        <a:rPr lang="en" sz="800"/>
                        <a:t>58</a:t>
                      </a:r>
                      <a:endParaRPr sz="800"/>
                    </a:p>
                  </a:txBody>
                  <a:tcPr marT="91425" marB="91425" marR="91425" marL="91425" anchor="ctr"/>
                </a:tc>
                <a:tc>
                  <a:txBody>
                    <a:bodyPr/>
                    <a:lstStyle/>
                    <a:p>
                      <a:pPr indent="0" lvl="0" marL="0" rtl="0" algn="ctr">
                        <a:spcBef>
                          <a:spcPts val="0"/>
                        </a:spcBef>
                        <a:spcAft>
                          <a:spcPts val="0"/>
                        </a:spcAft>
                        <a:buNone/>
                      </a:pPr>
                      <a:r>
                        <a:rPr lang="en" sz="800"/>
                        <a:t>2,928</a:t>
                      </a:r>
                      <a:endParaRPr sz="800"/>
                    </a:p>
                  </a:txBody>
                  <a:tcPr marT="91425" marB="91425" marR="91425" marL="91425" anchor="ctr"/>
                </a:tc>
              </a:tr>
              <a:tr h="361600">
                <a:tc>
                  <a:txBody>
                    <a:bodyPr/>
                    <a:lstStyle/>
                    <a:p>
                      <a:pPr indent="0" lvl="0" marL="0" rtl="0" algn="ctr">
                        <a:spcBef>
                          <a:spcPts val="0"/>
                        </a:spcBef>
                        <a:spcAft>
                          <a:spcPts val="0"/>
                        </a:spcAft>
                        <a:buNone/>
                      </a:pPr>
                      <a:r>
                        <a:rPr lang="en" sz="800"/>
                        <a:t>62896</a:t>
                      </a:r>
                      <a:endParaRPr sz="800"/>
                    </a:p>
                  </a:txBody>
                  <a:tcPr marT="91425" marB="91425" marR="91425" marL="91425" anchor="ctr"/>
                </a:tc>
                <a:tc>
                  <a:txBody>
                    <a:bodyPr/>
                    <a:lstStyle/>
                    <a:p>
                      <a:pPr indent="0" lvl="0" marL="0" rtl="0" algn="ctr">
                        <a:spcBef>
                          <a:spcPts val="0"/>
                        </a:spcBef>
                        <a:spcAft>
                          <a:spcPts val="0"/>
                        </a:spcAft>
                        <a:buNone/>
                      </a:pPr>
                      <a:r>
                        <a:rPr lang="en" sz="800"/>
                        <a:t>West Frankfort</a:t>
                      </a:r>
                      <a:endParaRPr sz="800"/>
                    </a:p>
                  </a:txBody>
                  <a:tcPr marT="91425" marB="91425" marR="91425" marL="91425" anchor="ctr"/>
                </a:tc>
                <a:tc>
                  <a:txBody>
                    <a:bodyPr/>
                    <a:lstStyle/>
                    <a:p>
                      <a:pPr indent="0" lvl="0" marL="0" rtl="0" algn="ctr">
                        <a:spcBef>
                          <a:spcPts val="0"/>
                        </a:spcBef>
                        <a:spcAft>
                          <a:spcPts val="0"/>
                        </a:spcAft>
                        <a:buNone/>
                      </a:pPr>
                      <a:r>
                        <a:rPr lang="en" sz="800"/>
                        <a:t>41</a:t>
                      </a:r>
                      <a:endParaRPr sz="800"/>
                    </a:p>
                  </a:txBody>
                  <a:tcPr marT="91425" marB="91425" marR="91425" marL="91425" anchor="ctr"/>
                </a:tc>
                <a:tc>
                  <a:txBody>
                    <a:bodyPr/>
                    <a:lstStyle/>
                    <a:p>
                      <a:pPr indent="0" lvl="0" marL="0" rtl="0" algn="ctr">
                        <a:spcBef>
                          <a:spcPts val="0"/>
                        </a:spcBef>
                        <a:spcAft>
                          <a:spcPts val="0"/>
                        </a:spcAft>
                        <a:buNone/>
                      </a:pPr>
                      <a:r>
                        <a:rPr lang="en" sz="800"/>
                        <a:t>2,032</a:t>
                      </a:r>
                      <a:endParaRPr sz="800"/>
                    </a:p>
                  </a:txBody>
                  <a:tcPr marT="91425" marB="91425" marR="91425" marL="91425" anchor="ctr"/>
                </a:tc>
              </a:tr>
            </a:tbl>
          </a:graphicData>
        </a:graphic>
      </p:graphicFrame>
      <p:sp>
        <p:nvSpPr>
          <p:cNvPr id="524" name="Google Shape;524;p84"/>
          <p:cNvSpPr/>
          <p:nvPr/>
        </p:nvSpPr>
        <p:spPr>
          <a:xfrm>
            <a:off x="342825" y="676235"/>
            <a:ext cx="2697600" cy="1188600"/>
          </a:xfrm>
          <a:prstGeom prst="rect">
            <a:avLst/>
          </a:prstGeom>
          <a:solidFill>
            <a:srgbClr val="FFFFFF"/>
          </a:solidFill>
          <a:ln>
            <a:noFill/>
          </a:ln>
          <a:effectLst>
            <a:outerShdw blurRad="101600" rotWithShape="0" algn="bl" dir="8100000" dist="381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84"/>
          <p:cNvSpPr/>
          <p:nvPr/>
        </p:nvSpPr>
        <p:spPr>
          <a:xfrm>
            <a:off x="342838" y="1588770"/>
            <a:ext cx="2697600" cy="73200"/>
          </a:xfrm>
          <a:prstGeom prst="rect">
            <a:avLst/>
          </a:prstGeom>
          <a:solidFill>
            <a:srgbClr val="5481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84"/>
          <p:cNvSpPr/>
          <p:nvPr/>
        </p:nvSpPr>
        <p:spPr>
          <a:xfrm>
            <a:off x="342825" y="721955"/>
            <a:ext cx="2697600" cy="731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 sz="3200">
                <a:solidFill>
                  <a:srgbClr val="0A1628"/>
                </a:solidFill>
                <a:latin typeface="Arial Black"/>
                <a:ea typeface="Arial Black"/>
                <a:cs typeface="Arial Black"/>
                <a:sym typeface="Arial Black"/>
              </a:rPr>
              <a:t>874</a:t>
            </a:r>
            <a:endParaRPr b="1" sz="3200">
              <a:solidFill>
                <a:srgbClr val="0A1628"/>
              </a:solidFill>
              <a:latin typeface="Arial Black"/>
              <a:ea typeface="Arial Black"/>
              <a:cs typeface="Arial Black"/>
              <a:sym typeface="Arial Black"/>
            </a:endParaRPr>
          </a:p>
        </p:txBody>
      </p:sp>
      <p:sp>
        <p:nvSpPr>
          <p:cNvPr id="527" name="Google Shape;527;p84"/>
          <p:cNvSpPr/>
          <p:nvPr/>
        </p:nvSpPr>
        <p:spPr>
          <a:xfrm>
            <a:off x="342825" y="1362035"/>
            <a:ext cx="26976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00"/>
              <a:buFont typeface="Calibri"/>
              <a:buNone/>
            </a:pPr>
            <a:r>
              <a:rPr b="0" i="0" lang="en" sz="1000" u="none" cap="none" strike="noStrike">
                <a:solidFill>
                  <a:srgbClr val="94A3B8"/>
                </a:solidFill>
                <a:latin typeface="Calibri"/>
                <a:ea typeface="Calibri"/>
                <a:cs typeface="Calibri"/>
                <a:sym typeface="Calibri"/>
              </a:rPr>
              <a:t>TOTAL SESSIONS</a:t>
            </a:r>
            <a:endParaRPr b="0" i="0" sz="1000" u="none" cap="none" strike="noStrike">
              <a:solidFill>
                <a:srgbClr val="000000"/>
              </a:solidFill>
              <a:latin typeface="Calibri"/>
              <a:ea typeface="Calibri"/>
              <a:cs typeface="Calibri"/>
              <a:sym typeface="Calibri"/>
            </a:endParaRPr>
          </a:p>
        </p:txBody>
      </p:sp>
      <p:sp>
        <p:nvSpPr>
          <p:cNvPr id="528" name="Google Shape;528;p84"/>
          <p:cNvSpPr/>
          <p:nvPr/>
        </p:nvSpPr>
        <p:spPr>
          <a:xfrm>
            <a:off x="3223185" y="676235"/>
            <a:ext cx="2697600" cy="1188600"/>
          </a:xfrm>
          <a:prstGeom prst="rect">
            <a:avLst/>
          </a:prstGeom>
          <a:solidFill>
            <a:srgbClr val="FFFFFF"/>
          </a:solidFill>
          <a:ln>
            <a:noFill/>
          </a:ln>
          <a:effectLst>
            <a:outerShdw blurRad="101600" rotWithShape="0" algn="bl" dir="8100000" dist="381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84"/>
          <p:cNvSpPr/>
          <p:nvPr/>
        </p:nvSpPr>
        <p:spPr>
          <a:xfrm>
            <a:off x="3223198" y="1588770"/>
            <a:ext cx="2697600" cy="73200"/>
          </a:xfrm>
          <a:prstGeom prst="rect">
            <a:avLst/>
          </a:prstGeom>
          <a:solidFill>
            <a:srgbClr val="5481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84"/>
          <p:cNvSpPr/>
          <p:nvPr/>
        </p:nvSpPr>
        <p:spPr>
          <a:xfrm>
            <a:off x="3223185" y="721955"/>
            <a:ext cx="2697600" cy="731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 sz="3200">
                <a:solidFill>
                  <a:srgbClr val="0A1628"/>
                </a:solidFill>
                <a:latin typeface="Arial Black"/>
                <a:ea typeface="Arial Black"/>
                <a:cs typeface="Arial Black"/>
                <a:sym typeface="Arial Black"/>
              </a:rPr>
              <a:t>1,745</a:t>
            </a:r>
            <a:endParaRPr b="1" sz="3200">
              <a:solidFill>
                <a:srgbClr val="0A1628"/>
              </a:solidFill>
              <a:latin typeface="Arial Black"/>
              <a:ea typeface="Arial Black"/>
              <a:cs typeface="Arial Black"/>
              <a:sym typeface="Arial Black"/>
            </a:endParaRPr>
          </a:p>
        </p:txBody>
      </p:sp>
      <p:sp>
        <p:nvSpPr>
          <p:cNvPr id="531" name="Google Shape;531;p84"/>
          <p:cNvSpPr/>
          <p:nvPr/>
        </p:nvSpPr>
        <p:spPr>
          <a:xfrm>
            <a:off x="3223185" y="1362035"/>
            <a:ext cx="26976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00"/>
              <a:buFont typeface="Calibri"/>
              <a:buNone/>
            </a:pPr>
            <a:r>
              <a:rPr b="0" i="0" lang="en" sz="1000" u="none" cap="none" strike="noStrike">
                <a:solidFill>
                  <a:srgbClr val="94A3B8"/>
                </a:solidFill>
                <a:latin typeface="Calibri"/>
                <a:ea typeface="Calibri"/>
                <a:cs typeface="Calibri"/>
                <a:sym typeface="Calibri"/>
              </a:rPr>
              <a:t>TOTAL PAGE VIEWS</a:t>
            </a:r>
            <a:endParaRPr b="0" i="0" sz="1000" u="none" cap="none" strike="noStrike">
              <a:solidFill>
                <a:srgbClr val="000000"/>
              </a:solidFill>
              <a:latin typeface="Calibri"/>
              <a:ea typeface="Calibri"/>
              <a:cs typeface="Calibri"/>
              <a:sym typeface="Calibri"/>
            </a:endParaRPr>
          </a:p>
        </p:txBody>
      </p:sp>
      <p:sp>
        <p:nvSpPr>
          <p:cNvPr id="532" name="Google Shape;532;p84"/>
          <p:cNvSpPr/>
          <p:nvPr/>
        </p:nvSpPr>
        <p:spPr>
          <a:xfrm>
            <a:off x="6103545" y="676235"/>
            <a:ext cx="2697600" cy="1188600"/>
          </a:xfrm>
          <a:prstGeom prst="rect">
            <a:avLst/>
          </a:prstGeom>
          <a:solidFill>
            <a:srgbClr val="FFFFFF"/>
          </a:solidFill>
          <a:ln>
            <a:noFill/>
          </a:ln>
          <a:effectLst>
            <a:outerShdw blurRad="101600" rotWithShape="0" algn="bl" dir="8100000" dist="381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84"/>
          <p:cNvSpPr/>
          <p:nvPr/>
        </p:nvSpPr>
        <p:spPr>
          <a:xfrm>
            <a:off x="6103558" y="1588770"/>
            <a:ext cx="2697600" cy="73200"/>
          </a:xfrm>
          <a:prstGeom prst="rect">
            <a:avLst/>
          </a:prstGeom>
          <a:solidFill>
            <a:srgbClr val="5481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84"/>
          <p:cNvSpPr/>
          <p:nvPr/>
        </p:nvSpPr>
        <p:spPr>
          <a:xfrm>
            <a:off x="6103545" y="721955"/>
            <a:ext cx="2697600" cy="731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 sz="3200">
                <a:solidFill>
                  <a:srgbClr val="0A1628"/>
                </a:solidFill>
                <a:latin typeface="Arial Black"/>
                <a:ea typeface="Arial Black"/>
                <a:cs typeface="Arial Black"/>
                <a:sym typeface="Arial Black"/>
              </a:rPr>
              <a:t>$2.43</a:t>
            </a:r>
            <a:endParaRPr b="1" sz="3200">
              <a:solidFill>
                <a:srgbClr val="0A1628"/>
              </a:solidFill>
              <a:latin typeface="Arial Black"/>
              <a:ea typeface="Arial Black"/>
              <a:cs typeface="Arial Black"/>
              <a:sym typeface="Arial Black"/>
            </a:endParaRPr>
          </a:p>
        </p:txBody>
      </p:sp>
      <p:sp>
        <p:nvSpPr>
          <p:cNvPr id="535" name="Google Shape;535;p84"/>
          <p:cNvSpPr/>
          <p:nvPr/>
        </p:nvSpPr>
        <p:spPr>
          <a:xfrm>
            <a:off x="6103545" y="1362035"/>
            <a:ext cx="26976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00"/>
              <a:buFont typeface="Calibri"/>
              <a:buNone/>
            </a:pPr>
            <a:r>
              <a:rPr b="0" i="0" lang="en" sz="1000" u="none" cap="none" strike="noStrike">
                <a:solidFill>
                  <a:srgbClr val="94A3B8"/>
                </a:solidFill>
                <a:latin typeface="Calibri"/>
                <a:ea typeface="Calibri"/>
                <a:cs typeface="Calibri"/>
                <a:sym typeface="Calibri"/>
              </a:rPr>
              <a:t>AVG COST PER SESSION</a:t>
            </a:r>
            <a:endParaRPr b="0" i="0" sz="1000" u="none" cap="none" strike="noStrike">
              <a:solidFill>
                <a:srgbClr val="000000"/>
              </a:solidFill>
              <a:latin typeface="Calibri"/>
              <a:ea typeface="Calibri"/>
              <a:cs typeface="Calibri"/>
              <a:sym typeface="Calibri"/>
            </a:endParaRPr>
          </a:p>
        </p:txBody>
      </p:sp>
      <p:sp>
        <p:nvSpPr>
          <p:cNvPr id="536" name="Google Shape;536;p84"/>
          <p:cNvSpPr txBox="1"/>
          <p:nvPr/>
        </p:nvSpPr>
        <p:spPr>
          <a:xfrm>
            <a:off x="2273875" y="2085200"/>
            <a:ext cx="4378800" cy="37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2"/>
                </a:solidFill>
                <a:latin typeface="Roboto"/>
                <a:ea typeface="Roboto"/>
                <a:cs typeface="Roboto"/>
                <a:sym typeface="Roboto"/>
              </a:rPr>
              <a:t>TOP ZIP CODES</a:t>
            </a:r>
            <a:endParaRPr b="1" sz="1800">
              <a:solidFill>
                <a:schemeClr val="dk2"/>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85"/>
          <p:cNvSpPr txBox="1"/>
          <p:nvPr>
            <p:ph type="title"/>
          </p:nvPr>
        </p:nvSpPr>
        <p:spPr>
          <a:xfrm>
            <a:off x="24450" y="0"/>
            <a:ext cx="66282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Geofence Results - March 2026</a:t>
            </a:r>
            <a:endParaRPr/>
          </a:p>
        </p:txBody>
      </p:sp>
      <p:graphicFrame>
        <p:nvGraphicFramePr>
          <p:cNvPr id="542" name="Google Shape;542;p85"/>
          <p:cNvGraphicFramePr/>
          <p:nvPr/>
        </p:nvGraphicFramePr>
        <p:xfrm>
          <a:off x="356013" y="1276350"/>
          <a:ext cx="3000000" cy="3000000"/>
        </p:xfrm>
        <a:graphic>
          <a:graphicData uri="http://schemas.openxmlformats.org/drawingml/2006/table">
            <a:tbl>
              <a:tblPr>
                <a:noFill/>
                <a:tableStyleId>{7E530ABA-82E6-40B3-9370-665EBA873D1E}</a:tableStyleId>
              </a:tblPr>
              <a:tblGrid>
                <a:gridCol w="1299600"/>
                <a:gridCol w="2779225"/>
                <a:gridCol w="1505400"/>
                <a:gridCol w="1103950"/>
                <a:gridCol w="815425"/>
              </a:tblGrid>
              <a:tr h="209550">
                <a:tc>
                  <a:txBody>
                    <a:bodyPr/>
                    <a:lstStyle/>
                    <a:p>
                      <a:pPr indent="0" lvl="0" marL="0" rtl="0" algn="l">
                        <a:lnSpc>
                          <a:spcPct val="115000"/>
                        </a:lnSpc>
                        <a:spcBef>
                          <a:spcPts val="0"/>
                        </a:spcBef>
                        <a:spcAft>
                          <a:spcPts val="0"/>
                        </a:spcAft>
                        <a:buNone/>
                      </a:pPr>
                      <a:r>
                        <a:rPr b="1" lang="en" sz="1200"/>
                        <a:t>Campaign Type</a:t>
                      </a:r>
                      <a:endParaRPr b="1" sz="12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a:txBody>
                    <a:bodyPr/>
                    <a:lstStyle/>
                    <a:p>
                      <a:pPr indent="0" lvl="0" marL="0" rtl="0" algn="l">
                        <a:lnSpc>
                          <a:spcPct val="115000"/>
                        </a:lnSpc>
                        <a:spcBef>
                          <a:spcPts val="0"/>
                        </a:spcBef>
                        <a:spcAft>
                          <a:spcPts val="0"/>
                        </a:spcAft>
                        <a:buNone/>
                      </a:pPr>
                      <a:r>
                        <a:rPr b="1" lang="en" sz="1200"/>
                        <a:t>Geofence Locations</a:t>
                      </a:r>
                      <a:endParaRPr b="1" sz="12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a:txBody>
                    <a:bodyPr/>
                    <a:lstStyle/>
                    <a:p>
                      <a:pPr indent="0" lvl="0" marL="0" rtl="0" algn="l">
                        <a:lnSpc>
                          <a:spcPct val="115000"/>
                        </a:lnSpc>
                        <a:spcBef>
                          <a:spcPts val="0"/>
                        </a:spcBef>
                        <a:spcAft>
                          <a:spcPts val="0"/>
                        </a:spcAft>
                        <a:buNone/>
                      </a:pPr>
                      <a:r>
                        <a:rPr b="1" lang="en" sz="1200"/>
                        <a:t>Creative</a:t>
                      </a:r>
                      <a:endParaRPr b="1" sz="12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a:txBody>
                    <a:bodyPr/>
                    <a:lstStyle/>
                    <a:p>
                      <a:pPr indent="0" lvl="0" marL="0" rtl="0" algn="l">
                        <a:lnSpc>
                          <a:spcPct val="115000"/>
                        </a:lnSpc>
                        <a:spcBef>
                          <a:spcPts val="0"/>
                        </a:spcBef>
                        <a:spcAft>
                          <a:spcPts val="0"/>
                        </a:spcAft>
                        <a:buNone/>
                      </a:pPr>
                      <a:r>
                        <a:rPr b="1" lang="en" sz="1200"/>
                        <a:t>Impressions</a:t>
                      </a:r>
                      <a:endParaRPr b="1" sz="12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a:txBody>
                    <a:bodyPr/>
                    <a:lstStyle/>
                    <a:p>
                      <a:pPr indent="0" lvl="0" marL="0" rtl="0" algn="l">
                        <a:lnSpc>
                          <a:spcPct val="115000"/>
                        </a:lnSpc>
                        <a:spcBef>
                          <a:spcPts val="0"/>
                        </a:spcBef>
                        <a:spcAft>
                          <a:spcPts val="0"/>
                        </a:spcAft>
                        <a:buNone/>
                      </a:pPr>
                      <a:r>
                        <a:rPr b="1" lang="en" sz="1200"/>
                        <a:t>Clicks</a:t>
                      </a:r>
                      <a:endParaRPr b="1" sz="12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r>
              <a:tr h="381000">
                <a:tc>
                  <a:txBody>
                    <a:bodyPr/>
                    <a:lstStyle/>
                    <a:p>
                      <a:pPr indent="0" lvl="0" marL="0" rtl="0" algn="l">
                        <a:lnSpc>
                          <a:spcPct val="115000"/>
                        </a:lnSpc>
                        <a:spcBef>
                          <a:spcPts val="0"/>
                        </a:spcBef>
                        <a:spcAft>
                          <a:spcPts val="0"/>
                        </a:spcAft>
                        <a:buNone/>
                      </a:pPr>
                      <a:r>
                        <a:rPr lang="en" sz="1200"/>
                        <a:t>Geofence</a:t>
                      </a:r>
                      <a:endParaRPr sz="1200"/>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200"/>
                        <a:t>Geofence</a:t>
                      </a:r>
                      <a:endParaRPr sz="1200"/>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546" name="Shape 546"/>
        <p:cNvGrpSpPr/>
        <p:nvPr/>
      </p:nvGrpSpPr>
      <p:grpSpPr>
        <a:xfrm>
          <a:off x="0" y="0"/>
          <a:ext cx="0" cy="0"/>
          <a:chOff x="0" y="0"/>
          <a:chExt cx="0" cy="0"/>
        </a:xfrm>
      </p:grpSpPr>
      <p:sp>
        <p:nvSpPr>
          <p:cNvPr id="547" name="Google Shape;547;p8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548" name="Google Shape;548;p86"/>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549" name="Google Shape;549;p86"/>
          <p:cNvSpPr txBox="1"/>
          <p:nvPr/>
        </p:nvSpPr>
        <p:spPr>
          <a:xfrm>
            <a:off x="1446900" y="1671850"/>
            <a:ext cx="62502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200">
                <a:solidFill>
                  <a:schemeClr val="lt1"/>
                </a:solidFill>
                <a:latin typeface="Lato"/>
                <a:ea typeface="Lato"/>
                <a:cs typeface="Lato"/>
                <a:sym typeface="Lato"/>
              </a:rPr>
              <a:t>Facebook + Email Results</a:t>
            </a:r>
            <a:endParaRPr sz="3200">
              <a:solidFill>
                <a:schemeClr val="lt1"/>
              </a:solidFill>
              <a:latin typeface="Lato"/>
              <a:ea typeface="Lato"/>
              <a:cs typeface="Lato"/>
              <a:sym typeface="La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graphicFrame>
        <p:nvGraphicFramePr>
          <p:cNvPr id="554" name="Google Shape;554;p87"/>
          <p:cNvGraphicFramePr/>
          <p:nvPr/>
        </p:nvGraphicFramePr>
        <p:xfrm>
          <a:off x="2323467" y="487350"/>
          <a:ext cx="3000000" cy="3000000"/>
        </p:xfrm>
        <a:graphic>
          <a:graphicData uri="http://schemas.openxmlformats.org/drawingml/2006/table">
            <a:tbl>
              <a:tblPr>
                <a:noFill/>
                <a:tableStyleId>{12582AF7-009F-48A2-9A44-981834622FC7}</a:tableStyleId>
              </a:tblPr>
              <a:tblGrid>
                <a:gridCol w="1478675"/>
                <a:gridCol w="855825"/>
                <a:gridCol w="1057825"/>
                <a:gridCol w="739500"/>
                <a:gridCol w="726275"/>
                <a:gridCol w="990625"/>
                <a:gridCol w="768675"/>
              </a:tblGrid>
              <a:tr h="284750">
                <a:tc>
                  <a:txBody>
                    <a:bodyPr/>
                    <a:lstStyle/>
                    <a:p>
                      <a:pPr indent="0" lvl="0" marL="0" rtl="0" algn="l">
                        <a:lnSpc>
                          <a:spcPct val="50000"/>
                        </a:lnSpc>
                        <a:spcBef>
                          <a:spcPts val="0"/>
                        </a:spcBef>
                        <a:spcAft>
                          <a:spcPts val="0"/>
                        </a:spcAft>
                        <a:buNone/>
                      </a:pPr>
                      <a:r>
                        <a:rPr lang="en" sz="1100"/>
                        <a:t> </a:t>
                      </a:r>
                      <a:endParaRPr sz="1100"/>
                    </a:p>
                  </a:txBody>
                  <a:tcPr marT="91425" marB="91425" marR="91425" marL="91425" anchor="ctr">
                    <a:solidFill>
                      <a:srgbClr val="FFFF00"/>
                    </a:solidFill>
                  </a:tcPr>
                </a:tc>
                <a:tc>
                  <a:txBody>
                    <a:bodyPr/>
                    <a:lstStyle/>
                    <a:p>
                      <a:pPr indent="0" lvl="0" marL="0" rtl="0" algn="ctr">
                        <a:lnSpc>
                          <a:spcPct val="50000"/>
                        </a:lnSpc>
                        <a:spcBef>
                          <a:spcPts val="0"/>
                        </a:spcBef>
                        <a:spcAft>
                          <a:spcPts val="0"/>
                        </a:spcAft>
                        <a:buNone/>
                      </a:pPr>
                      <a:r>
                        <a:rPr b="1" lang="en" sz="1100"/>
                        <a:t>Reach</a:t>
                      </a:r>
                      <a:endParaRPr b="1" sz="1100"/>
                    </a:p>
                  </a:txBody>
                  <a:tcPr marT="91425" marB="91425" marR="91425" marL="91425" anchor="ctr">
                    <a:solidFill>
                      <a:srgbClr val="FFFF00"/>
                    </a:solidFill>
                  </a:tcPr>
                </a:tc>
                <a:tc>
                  <a:txBody>
                    <a:bodyPr/>
                    <a:lstStyle/>
                    <a:p>
                      <a:pPr indent="0" lvl="0" marL="0" rtl="0" algn="ctr">
                        <a:lnSpc>
                          <a:spcPct val="50000"/>
                        </a:lnSpc>
                        <a:spcBef>
                          <a:spcPts val="0"/>
                        </a:spcBef>
                        <a:spcAft>
                          <a:spcPts val="0"/>
                        </a:spcAft>
                        <a:buNone/>
                      </a:pPr>
                      <a:r>
                        <a:rPr b="1" lang="en" sz="1100"/>
                        <a:t>Impressions</a:t>
                      </a:r>
                      <a:endParaRPr b="1" sz="1100"/>
                    </a:p>
                  </a:txBody>
                  <a:tcPr marT="91425" marB="91425" marR="91425" marL="91425" anchor="ctr">
                    <a:solidFill>
                      <a:srgbClr val="FFFF00"/>
                    </a:solidFill>
                  </a:tcPr>
                </a:tc>
                <a:tc>
                  <a:txBody>
                    <a:bodyPr/>
                    <a:lstStyle/>
                    <a:p>
                      <a:pPr indent="0" lvl="0" marL="0" rtl="0" algn="ctr">
                        <a:lnSpc>
                          <a:spcPct val="50000"/>
                        </a:lnSpc>
                        <a:spcBef>
                          <a:spcPts val="0"/>
                        </a:spcBef>
                        <a:spcAft>
                          <a:spcPts val="0"/>
                        </a:spcAft>
                        <a:buNone/>
                      </a:pPr>
                      <a:r>
                        <a:rPr b="1" lang="en" sz="1100"/>
                        <a:t>Clicks</a:t>
                      </a:r>
                      <a:endParaRPr b="1" sz="11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1100"/>
                        <a:t>CPC</a:t>
                      </a:r>
                      <a:endParaRPr b="1" sz="11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1100"/>
                        <a:t>Frequency</a:t>
                      </a:r>
                      <a:endParaRPr b="1" sz="11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1100"/>
                        <a:t>CTR</a:t>
                      </a:r>
                      <a:endParaRPr b="1" sz="1100"/>
                    </a:p>
                  </a:txBody>
                  <a:tcPr marT="91425" marB="91425" marR="91425" marL="91425" anchor="ctr">
                    <a:lnB cap="flat" cmpd="sng" w="9525">
                      <a:solidFill>
                        <a:srgbClr val="9E9E9E"/>
                      </a:solidFill>
                      <a:prstDash val="solid"/>
                      <a:round/>
                      <a:headEnd len="sm" w="sm" type="none"/>
                      <a:tailEnd len="sm" w="sm" type="none"/>
                    </a:lnB>
                    <a:solidFill>
                      <a:srgbClr val="FFFF00"/>
                    </a:solidFill>
                  </a:tcPr>
                </a:tc>
              </a:tr>
              <a:tr h="284750">
                <a:tc>
                  <a:txBody>
                    <a:bodyPr/>
                    <a:lstStyle/>
                    <a:p>
                      <a:pPr indent="0" lvl="0" marL="0" rtl="0" algn="l">
                        <a:lnSpc>
                          <a:spcPct val="50000"/>
                        </a:lnSpc>
                        <a:spcBef>
                          <a:spcPts val="0"/>
                        </a:spcBef>
                        <a:spcAft>
                          <a:spcPts val="0"/>
                        </a:spcAft>
                        <a:buNone/>
                      </a:pPr>
                      <a:r>
                        <a:rPr lang="en" sz="900"/>
                        <a:t>Dynamic</a:t>
                      </a:r>
                      <a:endParaRPr sz="900"/>
                    </a:p>
                  </a:txBody>
                  <a:tcPr marT="91425" marB="91425" marR="91425" marL="91425" anchor="ctr">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84750">
                <a:tc>
                  <a:txBody>
                    <a:bodyPr/>
                    <a:lstStyle/>
                    <a:p>
                      <a:pPr indent="0" lvl="0" marL="0" rtl="0" algn="l">
                        <a:lnSpc>
                          <a:spcPct val="50000"/>
                        </a:lnSpc>
                        <a:spcBef>
                          <a:spcPts val="0"/>
                        </a:spcBef>
                        <a:spcAft>
                          <a:spcPts val="0"/>
                        </a:spcAft>
                        <a:buNone/>
                      </a:pPr>
                      <a:r>
                        <a:rPr lang="en" sz="900"/>
                        <a:t>Indiana</a:t>
                      </a:r>
                      <a:endParaRPr sz="900"/>
                    </a:p>
                  </a:txBody>
                  <a:tcPr marT="91425" marB="91425" marR="91425" marL="91425" anchor="ctr">
                    <a:lnR cap="flat" cmpd="sng" w="9525">
                      <a:solidFill>
                        <a:srgbClr val="9E9E9E"/>
                      </a:solidFill>
                      <a:prstDash val="solid"/>
                      <a:round/>
                      <a:headEnd len="sm" w="sm" type="none"/>
                      <a:tailEnd len="sm" w="sm" type="none"/>
                    </a:lnR>
                    <a:lnT cap="flat" cmpd="sng" w="19050">
                      <a:solidFill>
                        <a:schemeClr val="dk1"/>
                      </a:solidFill>
                      <a:prstDash val="solid"/>
                      <a:round/>
                      <a:headEnd len="sm" w="sm" type="none"/>
                      <a:tailEnd len="sm" w="sm" type="none"/>
                    </a:lnT>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84750">
                <a:tc>
                  <a:txBody>
                    <a:bodyPr/>
                    <a:lstStyle/>
                    <a:p>
                      <a:pPr indent="0" lvl="0" marL="0" rtl="0" algn="l">
                        <a:lnSpc>
                          <a:spcPct val="50000"/>
                        </a:lnSpc>
                        <a:spcBef>
                          <a:spcPts val="0"/>
                        </a:spcBef>
                        <a:spcAft>
                          <a:spcPts val="0"/>
                        </a:spcAft>
                        <a:buNone/>
                      </a:pPr>
                      <a:r>
                        <a:rPr lang="en" sz="900"/>
                        <a:t>Illinois</a:t>
                      </a:r>
                      <a:endParaRPr sz="900"/>
                    </a:p>
                  </a:txBody>
                  <a:tcPr marT="91425" marB="91425" marR="91425" marL="91425" anchor="ctr">
                    <a:lnR cap="flat" cmpd="sng" w="9525">
                      <a:solidFill>
                        <a:srgbClr val="9E9E9E"/>
                      </a:solidFill>
                      <a:prstDash val="solid"/>
                      <a:round/>
                      <a:headEnd len="sm" w="sm" type="none"/>
                      <a:tailEnd len="sm" w="sm" type="none"/>
                    </a:lnR>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84750">
                <a:tc>
                  <a:txBody>
                    <a:bodyPr/>
                    <a:lstStyle/>
                    <a:p>
                      <a:pPr indent="0" lvl="0" marL="0" rtl="0" algn="l">
                        <a:lnSpc>
                          <a:spcPct val="50000"/>
                        </a:lnSpc>
                        <a:spcBef>
                          <a:spcPts val="0"/>
                        </a:spcBef>
                        <a:spcAft>
                          <a:spcPts val="0"/>
                        </a:spcAft>
                        <a:buNone/>
                      </a:pPr>
                      <a:r>
                        <a:rPr lang="en" sz="900"/>
                        <a:t>Iowa</a:t>
                      </a:r>
                      <a:endParaRPr sz="900"/>
                    </a:p>
                  </a:txBody>
                  <a:tcPr marT="91425" marB="91425" marR="91425" marL="91425" anchor="ctr">
                    <a:lnR cap="flat" cmpd="sng" w="9525">
                      <a:solidFill>
                        <a:srgbClr val="9E9E9E"/>
                      </a:solidFill>
                      <a:prstDash val="solid"/>
                      <a:round/>
                      <a:headEnd len="sm" w="sm" type="none"/>
                      <a:tailEnd len="sm" w="sm" type="none"/>
                    </a:lnR>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84750">
                <a:tc>
                  <a:txBody>
                    <a:bodyPr/>
                    <a:lstStyle/>
                    <a:p>
                      <a:pPr indent="0" lvl="0" marL="0" rtl="0" algn="l">
                        <a:lnSpc>
                          <a:spcPct val="50000"/>
                        </a:lnSpc>
                        <a:spcBef>
                          <a:spcPts val="0"/>
                        </a:spcBef>
                        <a:spcAft>
                          <a:spcPts val="0"/>
                        </a:spcAft>
                        <a:buNone/>
                      </a:pPr>
                      <a:r>
                        <a:rPr lang="en" sz="900"/>
                        <a:t>Motorhome Hashed</a:t>
                      </a:r>
                      <a:endParaRPr sz="900"/>
                    </a:p>
                  </a:txBody>
                  <a:tcPr marT="91425" marB="91425" marR="91425" marL="91425" anchor="ctr">
                    <a:lnR cap="flat" cmpd="sng" w="9525">
                      <a:solidFill>
                        <a:srgbClr val="9E9E9E"/>
                      </a:solidFill>
                      <a:prstDash val="solid"/>
                      <a:round/>
                      <a:headEnd len="sm" w="sm" type="none"/>
                      <a:tailEnd len="sm" w="sm" type="none"/>
                    </a:lnR>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84750">
                <a:tc>
                  <a:txBody>
                    <a:bodyPr/>
                    <a:lstStyle/>
                    <a:p>
                      <a:pPr indent="0" lvl="0" marL="0" rtl="0" algn="l">
                        <a:lnSpc>
                          <a:spcPct val="50000"/>
                        </a:lnSpc>
                        <a:spcBef>
                          <a:spcPts val="0"/>
                        </a:spcBef>
                        <a:spcAft>
                          <a:spcPts val="0"/>
                        </a:spcAft>
                        <a:buNone/>
                      </a:pPr>
                      <a:r>
                        <a:rPr lang="en" sz="900"/>
                        <a:t>Aged Inventory (All)</a:t>
                      </a:r>
                      <a:endParaRPr sz="900"/>
                    </a:p>
                  </a:txBody>
                  <a:tcPr marT="91425" marB="91425" marR="91425" marL="91425" anchor="ctr">
                    <a:lnR cap="flat" cmpd="sng" w="9525">
                      <a:solidFill>
                        <a:srgbClr val="9E9E9E"/>
                      </a:solidFill>
                      <a:prstDash val="solid"/>
                      <a:round/>
                      <a:headEnd len="sm" w="sm" type="none"/>
                      <a:tailEnd len="sm" w="sm" type="none"/>
                    </a:lnR>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84750">
                <a:tc>
                  <a:txBody>
                    <a:bodyPr/>
                    <a:lstStyle/>
                    <a:p>
                      <a:pPr indent="0" lvl="0" marL="0" rtl="0" algn="l">
                        <a:lnSpc>
                          <a:spcPct val="50000"/>
                        </a:lnSpc>
                        <a:spcBef>
                          <a:spcPts val="0"/>
                        </a:spcBef>
                        <a:spcAft>
                          <a:spcPts val="0"/>
                        </a:spcAft>
                        <a:buNone/>
                      </a:pPr>
                      <a:r>
                        <a:rPr lang="en" sz="900"/>
                        <a:t>Belle Clair Show</a:t>
                      </a:r>
                      <a:endParaRPr sz="900"/>
                    </a:p>
                  </a:txBody>
                  <a:tcPr marT="91425" marB="91425" marR="91425" marL="91425" anchor="ctr">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solidFill>
                      <a:schemeClr val="lt1"/>
                    </a:solidFill>
                  </a:tcPr>
                </a:tc>
              </a:tr>
            </a:tbl>
          </a:graphicData>
        </a:graphic>
      </p:graphicFrame>
      <p:sp>
        <p:nvSpPr>
          <p:cNvPr id="555" name="Google Shape;555;p87"/>
          <p:cNvSpPr txBox="1"/>
          <p:nvPr>
            <p:ph type="title"/>
          </p:nvPr>
        </p:nvSpPr>
        <p:spPr>
          <a:xfrm>
            <a:off x="0" y="0"/>
            <a:ext cx="4572000" cy="37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March Ads </a:t>
            </a:r>
            <a:endParaRPr/>
          </a:p>
        </p:txBody>
      </p:sp>
      <p:sp>
        <p:nvSpPr>
          <p:cNvPr id="556" name="Google Shape;556;p87"/>
          <p:cNvSpPr txBox="1"/>
          <p:nvPr/>
        </p:nvSpPr>
        <p:spPr>
          <a:xfrm>
            <a:off x="40800" y="625350"/>
            <a:ext cx="2282700" cy="194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Clicks: </a:t>
            </a:r>
            <a:endParaRPr b="1">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Average CPC: </a:t>
            </a:r>
            <a:endParaRPr b="1">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Average Freq: </a:t>
            </a:r>
            <a:endParaRPr b="1">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Average CTR: </a:t>
            </a:r>
            <a:endParaRPr b="1">
              <a:solidFill>
                <a:schemeClr val="dk2"/>
              </a:solidFill>
              <a:latin typeface="Roboto"/>
              <a:ea typeface="Roboto"/>
              <a:cs typeface="Roboto"/>
              <a:sym typeface="Roboto"/>
            </a:endParaRPr>
          </a:p>
        </p:txBody>
      </p:sp>
      <p:graphicFrame>
        <p:nvGraphicFramePr>
          <p:cNvPr id="557" name="Google Shape;557;p87"/>
          <p:cNvGraphicFramePr/>
          <p:nvPr/>
        </p:nvGraphicFramePr>
        <p:xfrm>
          <a:off x="2323454" y="3428738"/>
          <a:ext cx="3000000" cy="3000000"/>
        </p:xfrm>
        <a:graphic>
          <a:graphicData uri="http://schemas.openxmlformats.org/drawingml/2006/table">
            <a:tbl>
              <a:tblPr>
                <a:noFill/>
                <a:tableStyleId>{12582AF7-009F-48A2-9A44-981834622FC7}</a:tableStyleId>
              </a:tblPr>
              <a:tblGrid>
                <a:gridCol w="1778250"/>
                <a:gridCol w="1021275"/>
                <a:gridCol w="1234900"/>
                <a:gridCol w="866950"/>
                <a:gridCol w="773200"/>
                <a:gridCol w="942850"/>
              </a:tblGrid>
              <a:tr h="263675">
                <a:tc>
                  <a:txBody>
                    <a:bodyPr/>
                    <a:lstStyle/>
                    <a:p>
                      <a:pPr indent="0" lvl="0" marL="0" rtl="0" algn="l">
                        <a:lnSpc>
                          <a:spcPct val="50000"/>
                        </a:lnSpc>
                        <a:spcBef>
                          <a:spcPts val="0"/>
                        </a:spcBef>
                        <a:spcAft>
                          <a:spcPts val="0"/>
                        </a:spcAft>
                        <a:buNone/>
                      </a:pPr>
                      <a:r>
                        <a:rPr lang="en" sz="900"/>
                        <a:t> </a:t>
                      </a:r>
                      <a:endParaRPr sz="900"/>
                    </a:p>
                  </a:txBody>
                  <a:tcPr marT="91425" marB="91425" marR="91425" marL="91425" anchor="ctr">
                    <a:solidFill>
                      <a:srgbClr val="FFFF00"/>
                    </a:solidFill>
                  </a:tcPr>
                </a:tc>
                <a:tc>
                  <a:txBody>
                    <a:bodyPr/>
                    <a:lstStyle/>
                    <a:p>
                      <a:pPr indent="0" lvl="0" marL="0" rtl="0" algn="ctr">
                        <a:lnSpc>
                          <a:spcPct val="50000"/>
                        </a:lnSpc>
                        <a:spcBef>
                          <a:spcPts val="0"/>
                        </a:spcBef>
                        <a:spcAft>
                          <a:spcPts val="0"/>
                        </a:spcAft>
                        <a:buNone/>
                      </a:pPr>
                      <a:r>
                        <a:rPr b="1" lang="en" sz="900"/>
                        <a:t>Reach</a:t>
                      </a:r>
                      <a:endParaRPr b="1" sz="9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900"/>
                        <a:t>Impressions</a:t>
                      </a:r>
                      <a:endParaRPr b="1" sz="9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900"/>
                        <a:t>ThruPlays</a:t>
                      </a:r>
                      <a:endParaRPr b="1" sz="9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900"/>
                        <a:t>CPTP</a:t>
                      </a:r>
                      <a:endParaRPr b="1" sz="9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900"/>
                        <a:t>Frequency</a:t>
                      </a:r>
                      <a:endParaRPr b="1" sz="900"/>
                    </a:p>
                  </a:txBody>
                  <a:tcPr marT="91425" marB="91425" marR="91425" marL="91425" anchor="ctr">
                    <a:lnB cap="flat" cmpd="sng" w="9525">
                      <a:solidFill>
                        <a:srgbClr val="9E9E9E"/>
                      </a:solidFill>
                      <a:prstDash val="solid"/>
                      <a:round/>
                      <a:headEnd len="sm" w="sm" type="none"/>
                      <a:tailEnd len="sm" w="sm" type="none"/>
                    </a:lnB>
                    <a:solidFill>
                      <a:srgbClr val="FFFF00"/>
                    </a:solidFill>
                  </a:tcPr>
                </a:tc>
              </a:tr>
              <a:tr h="279625">
                <a:tc>
                  <a:txBody>
                    <a:bodyPr/>
                    <a:lstStyle/>
                    <a:p>
                      <a:pPr indent="0" lvl="0" marL="0" rtl="0" algn="l">
                        <a:lnSpc>
                          <a:spcPct val="50000"/>
                        </a:lnSpc>
                        <a:spcBef>
                          <a:spcPts val="0"/>
                        </a:spcBef>
                        <a:spcAft>
                          <a:spcPts val="0"/>
                        </a:spcAft>
                        <a:buNone/>
                      </a:pPr>
                      <a:r>
                        <a:rPr lang="en" sz="900"/>
                        <a:t>IN - Spring Adventure Vid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79625">
                <a:tc>
                  <a:txBody>
                    <a:bodyPr/>
                    <a:lstStyle/>
                    <a:p>
                      <a:pPr indent="0" lvl="0" marL="0" rtl="0" algn="l">
                        <a:lnSpc>
                          <a:spcPct val="50000"/>
                        </a:lnSpc>
                        <a:spcBef>
                          <a:spcPts val="0"/>
                        </a:spcBef>
                        <a:spcAft>
                          <a:spcPts val="0"/>
                        </a:spcAft>
                        <a:buNone/>
                      </a:pPr>
                      <a:r>
                        <a:rPr lang="en" sz="900"/>
                        <a:t>IL - </a:t>
                      </a:r>
                      <a:r>
                        <a:rPr lang="en" sz="900">
                          <a:solidFill>
                            <a:schemeClr val="dk1"/>
                          </a:solidFill>
                        </a:rPr>
                        <a:t>Spring Adventure Vid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79625">
                <a:tc>
                  <a:txBody>
                    <a:bodyPr/>
                    <a:lstStyle/>
                    <a:p>
                      <a:pPr indent="0" lvl="0" marL="0" rtl="0" algn="l">
                        <a:lnSpc>
                          <a:spcPct val="50000"/>
                        </a:lnSpc>
                        <a:spcBef>
                          <a:spcPts val="0"/>
                        </a:spcBef>
                        <a:spcAft>
                          <a:spcPts val="0"/>
                        </a:spcAft>
                        <a:buNone/>
                      </a:pPr>
                      <a:r>
                        <a:rPr lang="en" sz="900"/>
                        <a:t>IA - </a:t>
                      </a:r>
                      <a:r>
                        <a:rPr lang="en" sz="900">
                          <a:solidFill>
                            <a:schemeClr val="dk1"/>
                          </a:solidFill>
                        </a:rPr>
                        <a:t>Spring Adventure Vid</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sp>
        <p:nvSpPr>
          <p:cNvPr id="558" name="Google Shape;558;p87"/>
          <p:cNvSpPr txBox="1"/>
          <p:nvPr>
            <p:ph type="title"/>
          </p:nvPr>
        </p:nvSpPr>
        <p:spPr>
          <a:xfrm>
            <a:off x="0" y="2968925"/>
            <a:ext cx="22827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March Video</a:t>
            </a:r>
            <a:endParaRPr/>
          </a:p>
        </p:txBody>
      </p:sp>
      <p:sp>
        <p:nvSpPr>
          <p:cNvPr id="559" name="Google Shape;559;p87"/>
          <p:cNvSpPr txBox="1"/>
          <p:nvPr/>
        </p:nvSpPr>
        <p:spPr>
          <a:xfrm>
            <a:off x="39750" y="3377525"/>
            <a:ext cx="2282700" cy="115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Thruplays: </a:t>
            </a:r>
            <a:endParaRPr b="1">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Average CTTP:</a:t>
            </a:r>
            <a:endParaRPr b="1">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Average Freq: </a:t>
            </a:r>
            <a:endParaRPr b="1">
              <a:solidFill>
                <a:schemeClr val="dk2"/>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88"/>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March Email</a:t>
            </a:r>
            <a:endParaRPr/>
          </a:p>
        </p:txBody>
      </p:sp>
      <p:graphicFrame>
        <p:nvGraphicFramePr>
          <p:cNvPr id="565" name="Google Shape;565;p88"/>
          <p:cNvGraphicFramePr/>
          <p:nvPr/>
        </p:nvGraphicFramePr>
        <p:xfrm>
          <a:off x="165388" y="407199"/>
          <a:ext cx="3000000" cy="3000000"/>
        </p:xfrm>
        <a:graphic>
          <a:graphicData uri="http://schemas.openxmlformats.org/drawingml/2006/table">
            <a:tbl>
              <a:tblPr>
                <a:noFill/>
                <a:tableStyleId>{12582AF7-009F-48A2-9A44-981834622FC7}</a:tableStyleId>
              </a:tblPr>
              <a:tblGrid>
                <a:gridCol w="2545550"/>
                <a:gridCol w="900775"/>
                <a:gridCol w="1029775"/>
                <a:gridCol w="734025"/>
                <a:gridCol w="1231425"/>
              </a:tblGrid>
              <a:tr h="202450">
                <a:tc>
                  <a:txBody>
                    <a:bodyPr/>
                    <a:lstStyle/>
                    <a:p>
                      <a:pPr indent="0" lvl="0" marL="0" rtl="0" algn="l">
                        <a:lnSpc>
                          <a:spcPct val="45000"/>
                        </a:lnSpc>
                        <a:spcBef>
                          <a:spcPts val="0"/>
                        </a:spcBef>
                        <a:spcAft>
                          <a:spcPts val="0"/>
                        </a:spcAft>
                        <a:buNone/>
                      </a:pPr>
                      <a:r>
                        <a:t/>
                      </a:r>
                      <a:endParaRPr sz="1200"/>
                    </a:p>
                  </a:txBody>
                  <a:tcPr marT="91425" marB="91425" marR="91425" marL="91425" anchor="ctr">
                    <a:solidFill>
                      <a:srgbClr val="F1C232"/>
                    </a:solidFill>
                  </a:tcPr>
                </a:tc>
                <a:tc>
                  <a:txBody>
                    <a:bodyPr/>
                    <a:lstStyle/>
                    <a:p>
                      <a:pPr indent="0" lvl="0" marL="0" rtl="0" algn="ctr">
                        <a:lnSpc>
                          <a:spcPct val="45000"/>
                        </a:lnSpc>
                        <a:spcBef>
                          <a:spcPts val="0"/>
                        </a:spcBef>
                        <a:spcAft>
                          <a:spcPts val="0"/>
                        </a:spcAft>
                        <a:buNone/>
                      </a:pPr>
                      <a:r>
                        <a:rPr b="1" lang="en" sz="1200"/>
                        <a:t>Amount</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c>
                  <a:txBody>
                    <a:bodyPr/>
                    <a:lstStyle/>
                    <a:p>
                      <a:pPr indent="0" lvl="0" marL="0" rtl="0" algn="ctr">
                        <a:lnSpc>
                          <a:spcPct val="45000"/>
                        </a:lnSpc>
                        <a:spcBef>
                          <a:spcPts val="0"/>
                        </a:spcBef>
                        <a:spcAft>
                          <a:spcPts val="0"/>
                        </a:spcAft>
                        <a:buNone/>
                      </a:pPr>
                      <a:r>
                        <a:rPr b="1" lang="en" sz="1200"/>
                        <a:t>Open Rate</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c>
                  <a:txBody>
                    <a:bodyPr/>
                    <a:lstStyle/>
                    <a:p>
                      <a:pPr indent="0" lvl="0" marL="0" rtl="0" algn="ctr">
                        <a:lnSpc>
                          <a:spcPct val="45000"/>
                        </a:lnSpc>
                        <a:spcBef>
                          <a:spcPts val="0"/>
                        </a:spcBef>
                        <a:spcAft>
                          <a:spcPts val="0"/>
                        </a:spcAft>
                        <a:buNone/>
                      </a:pPr>
                      <a:r>
                        <a:rPr b="1" lang="en" sz="1200"/>
                        <a:t>Clicks</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c>
                  <a:txBody>
                    <a:bodyPr/>
                    <a:lstStyle/>
                    <a:p>
                      <a:pPr indent="0" lvl="0" marL="0" rtl="0" algn="ctr">
                        <a:lnSpc>
                          <a:spcPct val="45000"/>
                        </a:lnSpc>
                        <a:spcBef>
                          <a:spcPts val="0"/>
                        </a:spcBef>
                        <a:spcAft>
                          <a:spcPts val="0"/>
                        </a:spcAft>
                        <a:buNone/>
                      </a:pPr>
                      <a:r>
                        <a:rPr b="1" lang="en" sz="1200"/>
                        <a:t>Unsubscribes</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r>
              <a:tr h="148050">
                <a:tc>
                  <a:txBody>
                    <a:bodyPr/>
                    <a:lstStyle/>
                    <a:p>
                      <a:pPr indent="0" lvl="0" marL="0" rtl="0" algn="l">
                        <a:lnSpc>
                          <a:spcPct val="45000"/>
                        </a:lnSpc>
                        <a:spcBef>
                          <a:spcPts val="0"/>
                        </a:spcBef>
                        <a:spcAft>
                          <a:spcPts val="0"/>
                        </a:spcAft>
                        <a:buNone/>
                      </a:pPr>
                      <a:r>
                        <a:rPr b="1" lang="en" sz="1200"/>
                        <a:t>Indiana Database 1</a:t>
                      </a:r>
                      <a:endParaRPr b="1" sz="1200"/>
                    </a:p>
                  </a:txBody>
                  <a:tcPr marT="91425" marB="91425" marR="91425" marL="91425" anchor="ctr">
                    <a:lnR cap="flat" cmpd="sng" w="9525">
                      <a:solidFill>
                        <a:srgbClr val="9E9E9E"/>
                      </a:solidFill>
                      <a:prstDash val="solid"/>
                      <a:round/>
                      <a:headEnd len="sm" w="sm" type="none"/>
                      <a:tailEnd len="sm" w="sm" type="none"/>
                    </a:lnR>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solidFill>
                            <a:schemeClr val="dk1"/>
                          </a:solidFill>
                        </a:rPr>
                        <a:t>Indiana Database 2</a:t>
                      </a:r>
                      <a:endParaRPr b="1" sz="1200"/>
                    </a:p>
                  </a:txBody>
                  <a:tcPr marT="91425" marB="91425" marR="91425" marL="91425" anchor="ctr">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Indiana Intender</a:t>
                      </a:r>
                      <a:endParaRPr b="1" sz="1200">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Indiana Super Specials Intender</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Iowa Database 1</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Iowa Database 2</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Iowa Intender</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Iowa Super Specials Intender</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Illinois Database 1</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Illinois Database 2</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Illinois Intender</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Illinois Super Specials Intender</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bl>
          </a:graphicData>
        </a:graphic>
      </p:graphicFrame>
      <p:graphicFrame>
        <p:nvGraphicFramePr>
          <p:cNvPr id="566" name="Google Shape;566;p88"/>
          <p:cNvGraphicFramePr/>
          <p:nvPr/>
        </p:nvGraphicFramePr>
        <p:xfrm>
          <a:off x="165388" y="4014324"/>
          <a:ext cx="3000000" cy="3000000"/>
        </p:xfrm>
        <a:graphic>
          <a:graphicData uri="http://schemas.openxmlformats.org/drawingml/2006/table">
            <a:tbl>
              <a:tblPr>
                <a:noFill/>
                <a:tableStyleId>{12582AF7-009F-48A2-9A44-981834622FC7}</a:tableStyleId>
              </a:tblPr>
              <a:tblGrid>
                <a:gridCol w="2060450"/>
                <a:gridCol w="1068325"/>
                <a:gridCol w="1205450"/>
                <a:gridCol w="734025"/>
                <a:gridCol w="1231425"/>
              </a:tblGrid>
              <a:tr h="177075">
                <a:tc>
                  <a:txBody>
                    <a:bodyPr/>
                    <a:lstStyle/>
                    <a:p>
                      <a:pPr indent="0" lvl="0" marL="0" rtl="0" algn="l">
                        <a:lnSpc>
                          <a:spcPct val="45000"/>
                        </a:lnSpc>
                        <a:spcBef>
                          <a:spcPts val="0"/>
                        </a:spcBef>
                        <a:spcAft>
                          <a:spcPts val="0"/>
                        </a:spcAft>
                        <a:buNone/>
                      </a:pPr>
                      <a:r>
                        <a:t/>
                      </a:r>
                      <a:endParaRPr sz="1200"/>
                    </a:p>
                  </a:txBody>
                  <a:tcPr marT="91425" marB="91425" marR="91425" marL="91425" anchor="ctr">
                    <a:solidFill>
                      <a:srgbClr val="F1C232"/>
                    </a:solidFill>
                  </a:tcPr>
                </a:tc>
                <a:tc>
                  <a:txBody>
                    <a:bodyPr/>
                    <a:lstStyle/>
                    <a:p>
                      <a:pPr indent="0" lvl="0" marL="0" rtl="0" algn="ctr">
                        <a:lnSpc>
                          <a:spcPct val="45000"/>
                        </a:lnSpc>
                        <a:spcBef>
                          <a:spcPts val="0"/>
                        </a:spcBef>
                        <a:spcAft>
                          <a:spcPts val="0"/>
                        </a:spcAft>
                        <a:buNone/>
                      </a:pPr>
                      <a:r>
                        <a:rPr b="1" lang="en" sz="1200"/>
                        <a:t>Amount</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c>
                  <a:txBody>
                    <a:bodyPr/>
                    <a:lstStyle/>
                    <a:p>
                      <a:pPr indent="0" lvl="0" marL="0" rtl="0" algn="ctr">
                        <a:lnSpc>
                          <a:spcPct val="45000"/>
                        </a:lnSpc>
                        <a:spcBef>
                          <a:spcPts val="0"/>
                        </a:spcBef>
                        <a:spcAft>
                          <a:spcPts val="0"/>
                        </a:spcAft>
                        <a:buNone/>
                      </a:pPr>
                      <a:r>
                        <a:rPr b="1" lang="en" sz="1200"/>
                        <a:t>Open Rate</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c>
                  <a:txBody>
                    <a:bodyPr/>
                    <a:lstStyle/>
                    <a:p>
                      <a:pPr indent="0" lvl="0" marL="0" rtl="0" algn="ctr">
                        <a:lnSpc>
                          <a:spcPct val="45000"/>
                        </a:lnSpc>
                        <a:spcBef>
                          <a:spcPts val="0"/>
                        </a:spcBef>
                        <a:spcAft>
                          <a:spcPts val="0"/>
                        </a:spcAft>
                        <a:buNone/>
                      </a:pPr>
                      <a:r>
                        <a:rPr b="1" lang="en" sz="1200"/>
                        <a:t>Clicks</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c>
                  <a:txBody>
                    <a:bodyPr/>
                    <a:lstStyle/>
                    <a:p>
                      <a:pPr indent="0" lvl="0" marL="0" rtl="0" algn="ctr">
                        <a:lnSpc>
                          <a:spcPct val="45000"/>
                        </a:lnSpc>
                        <a:spcBef>
                          <a:spcPts val="0"/>
                        </a:spcBef>
                        <a:spcAft>
                          <a:spcPts val="0"/>
                        </a:spcAft>
                        <a:buNone/>
                      </a:pPr>
                      <a:r>
                        <a:rPr b="1" lang="en" sz="1200"/>
                        <a:t>Unsubscribes</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r>
              <a:tr h="100000">
                <a:tc>
                  <a:txBody>
                    <a:bodyPr/>
                    <a:lstStyle/>
                    <a:p>
                      <a:pPr indent="0" lvl="0" marL="0" rtl="0" algn="l">
                        <a:lnSpc>
                          <a:spcPct val="45000"/>
                        </a:lnSpc>
                        <a:spcBef>
                          <a:spcPts val="0"/>
                        </a:spcBef>
                        <a:spcAft>
                          <a:spcPts val="0"/>
                        </a:spcAft>
                        <a:buNone/>
                      </a:pPr>
                      <a:r>
                        <a:rPr b="1" lang="en" sz="1200"/>
                        <a:t>Motorhome Conquest (IN)</a:t>
                      </a:r>
                      <a:endParaRPr b="1" sz="1200">
                        <a:solidFill>
                          <a:srgbClr val="000000"/>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Motorhome Intender </a:t>
                      </a:r>
                      <a:r>
                        <a:rPr b="1" lang="en" sz="1200">
                          <a:solidFill>
                            <a:schemeClr val="dk1"/>
                          </a:solidFill>
                        </a:rPr>
                        <a:t>(IN)</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570" name="Shape 570"/>
        <p:cNvGrpSpPr/>
        <p:nvPr/>
      </p:nvGrpSpPr>
      <p:grpSpPr>
        <a:xfrm>
          <a:off x="0" y="0"/>
          <a:ext cx="0" cy="0"/>
          <a:chOff x="0" y="0"/>
          <a:chExt cx="0" cy="0"/>
        </a:xfrm>
      </p:grpSpPr>
      <p:sp>
        <p:nvSpPr>
          <p:cNvPr id="571" name="Google Shape;571;p89"/>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Engage</a:t>
            </a:r>
            <a:endParaRPr sz="4800">
              <a:solidFill>
                <a:schemeClr val="lt1"/>
              </a:solidFill>
            </a:endParaRPr>
          </a:p>
        </p:txBody>
      </p:sp>
      <p:sp>
        <p:nvSpPr>
          <p:cNvPr id="572" name="Google Shape;572;p8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73" name="Google Shape;573;p89"/>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574" name="Google Shape;574;p89"/>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grpSp>
        <p:nvGrpSpPr>
          <p:cNvPr id="579" name="Google Shape;579;p90"/>
          <p:cNvGrpSpPr/>
          <p:nvPr/>
        </p:nvGrpSpPr>
        <p:grpSpPr>
          <a:xfrm>
            <a:off x="3019906" y="3901872"/>
            <a:ext cx="1861139" cy="758999"/>
            <a:chOff x="5025821" y="4804264"/>
            <a:chExt cx="2144911" cy="968852"/>
          </a:xfrm>
        </p:grpSpPr>
        <p:sp>
          <p:nvSpPr>
            <p:cNvPr id="580" name="Google Shape;580;p90"/>
            <p:cNvSpPr/>
            <p:nvPr/>
          </p:nvSpPr>
          <p:spPr>
            <a:xfrm>
              <a:off x="5025821" y="4964966"/>
              <a:ext cx="2144911" cy="808150"/>
            </a:xfrm>
            <a:custGeom>
              <a:rect b="b" l="l" r="r" t="t"/>
              <a:pathLst>
                <a:path extrusionOk="0" h="1000805" w="4588044">
                  <a:moveTo>
                    <a:pt x="0" y="0"/>
                  </a:moveTo>
                  <a:lnTo>
                    <a:pt x="4588044" y="0"/>
                  </a:lnTo>
                  <a:lnTo>
                    <a:pt x="4205707" y="821010"/>
                  </a:lnTo>
                  <a:lnTo>
                    <a:pt x="4199131" y="821010"/>
                  </a:lnTo>
                  <a:lnTo>
                    <a:pt x="4166868" y="852174"/>
                  </a:lnTo>
                  <a:cubicBezTo>
                    <a:pt x="3988610" y="936998"/>
                    <a:pt x="3217841" y="1000805"/>
                    <a:pt x="2294021" y="1000805"/>
                  </a:cubicBezTo>
                  <a:cubicBezTo>
                    <a:pt x="1370202" y="1000805"/>
                    <a:pt x="599433" y="936998"/>
                    <a:pt x="421175" y="852174"/>
                  </a:cubicBezTo>
                  <a:lnTo>
                    <a:pt x="388911" y="821010"/>
                  </a:lnTo>
                  <a:lnTo>
                    <a:pt x="382337" y="821010"/>
                  </a:lnTo>
                  <a:close/>
                </a:path>
              </a:pathLst>
            </a:custGeom>
            <a:solidFill>
              <a:srgbClr val="0B49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sp>
          <p:nvSpPr>
            <p:cNvPr id="581" name="Google Shape;581;p90"/>
            <p:cNvSpPr/>
            <p:nvPr/>
          </p:nvSpPr>
          <p:spPr>
            <a:xfrm>
              <a:off x="5025821" y="4804264"/>
              <a:ext cx="2140500" cy="300300"/>
            </a:xfrm>
            <a:prstGeom prst="ellipse">
              <a:avLst/>
            </a:prstGeom>
            <a:solidFill>
              <a:srgbClr val="0731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grpSp>
      <p:sp>
        <p:nvSpPr>
          <p:cNvPr id="582" name="Google Shape;582;p90"/>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ENGAGE Lead Nurture</a:t>
            </a:r>
            <a:endParaRPr/>
          </a:p>
        </p:txBody>
      </p:sp>
      <p:grpSp>
        <p:nvGrpSpPr>
          <p:cNvPr id="583" name="Google Shape;583;p90"/>
          <p:cNvGrpSpPr/>
          <p:nvPr/>
        </p:nvGrpSpPr>
        <p:grpSpPr>
          <a:xfrm>
            <a:off x="2786568" y="3180003"/>
            <a:ext cx="2295692" cy="865572"/>
            <a:chOff x="4801083" y="3947398"/>
            <a:chExt cx="2592245" cy="968852"/>
          </a:xfrm>
        </p:grpSpPr>
        <p:sp>
          <p:nvSpPr>
            <p:cNvPr id="584" name="Google Shape;584;p90"/>
            <p:cNvSpPr/>
            <p:nvPr/>
          </p:nvSpPr>
          <p:spPr>
            <a:xfrm>
              <a:off x="4801083" y="4108100"/>
              <a:ext cx="2592245" cy="808150"/>
            </a:xfrm>
            <a:custGeom>
              <a:rect b="b" l="l" r="r" t="t"/>
              <a:pathLst>
                <a:path extrusionOk="0" h="1000805" w="4588044">
                  <a:moveTo>
                    <a:pt x="0" y="0"/>
                  </a:moveTo>
                  <a:lnTo>
                    <a:pt x="4588044" y="0"/>
                  </a:lnTo>
                  <a:lnTo>
                    <a:pt x="4205707" y="821010"/>
                  </a:lnTo>
                  <a:lnTo>
                    <a:pt x="4199131" y="821010"/>
                  </a:lnTo>
                  <a:lnTo>
                    <a:pt x="4166868" y="852174"/>
                  </a:lnTo>
                  <a:cubicBezTo>
                    <a:pt x="3988610" y="936998"/>
                    <a:pt x="3217841" y="1000805"/>
                    <a:pt x="2294021" y="1000805"/>
                  </a:cubicBezTo>
                  <a:cubicBezTo>
                    <a:pt x="1370202" y="1000805"/>
                    <a:pt x="599433" y="936998"/>
                    <a:pt x="421175" y="852174"/>
                  </a:cubicBezTo>
                  <a:lnTo>
                    <a:pt x="388911" y="821010"/>
                  </a:lnTo>
                  <a:lnTo>
                    <a:pt x="382337" y="821010"/>
                  </a:lnTo>
                  <a:close/>
                </a:path>
              </a:pathLst>
            </a:custGeom>
            <a:solidFill>
              <a:srgbClr val="FDA54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sp>
          <p:nvSpPr>
            <p:cNvPr id="585" name="Google Shape;585;p90"/>
            <p:cNvSpPr/>
            <p:nvPr/>
          </p:nvSpPr>
          <p:spPr>
            <a:xfrm>
              <a:off x="4801084" y="3947398"/>
              <a:ext cx="2589900" cy="300300"/>
            </a:xfrm>
            <a:prstGeom prst="ellipse">
              <a:avLst/>
            </a:prstGeom>
            <a:solidFill>
              <a:srgbClr val="EE7E0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grpSp>
      <p:grpSp>
        <p:nvGrpSpPr>
          <p:cNvPr id="586" name="Google Shape;586;p90"/>
          <p:cNvGrpSpPr/>
          <p:nvPr/>
        </p:nvGrpSpPr>
        <p:grpSpPr>
          <a:xfrm>
            <a:off x="2545745" y="2490681"/>
            <a:ext cx="2775294" cy="865572"/>
            <a:chOff x="4529151" y="3090534"/>
            <a:chExt cx="3133801" cy="968852"/>
          </a:xfrm>
        </p:grpSpPr>
        <p:sp>
          <p:nvSpPr>
            <p:cNvPr id="587" name="Google Shape;587;p90"/>
            <p:cNvSpPr/>
            <p:nvPr/>
          </p:nvSpPr>
          <p:spPr>
            <a:xfrm>
              <a:off x="4529151" y="3251236"/>
              <a:ext cx="3131340" cy="808150"/>
            </a:xfrm>
            <a:custGeom>
              <a:rect b="b" l="l" r="r" t="t"/>
              <a:pathLst>
                <a:path extrusionOk="0" h="1000805" w="4588044">
                  <a:moveTo>
                    <a:pt x="0" y="0"/>
                  </a:moveTo>
                  <a:lnTo>
                    <a:pt x="4588044" y="0"/>
                  </a:lnTo>
                  <a:lnTo>
                    <a:pt x="4205707" y="821010"/>
                  </a:lnTo>
                  <a:lnTo>
                    <a:pt x="4199131" y="821010"/>
                  </a:lnTo>
                  <a:lnTo>
                    <a:pt x="4166868" y="852174"/>
                  </a:lnTo>
                  <a:cubicBezTo>
                    <a:pt x="3988610" y="936998"/>
                    <a:pt x="3217841" y="1000805"/>
                    <a:pt x="2294021" y="1000805"/>
                  </a:cubicBezTo>
                  <a:cubicBezTo>
                    <a:pt x="1370202" y="1000805"/>
                    <a:pt x="599433" y="936998"/>
                    <a:pt x="421175" y="852174"/>
                  </a:cubicBezTo>
                  <a:lnTo>
                    <a:pt x="388911" y="821010"/>
                  </a:lnTo>
                  <a:lnTo>
                    <a:pt x="382337" y="821010"/>
                  </a:lnTo>
                  <a:close/>
                </a:path>
              </a:pathLst>
            </a:custGeom>
            <a:solidFill>
              <a:srgbClr val="7570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sp>
          <p:nvSpPr>
            <p:cNvPr id="588" name="Google Shape;588;p90"/>
            <p:cNvSpPr/>
            <p:nvPr/>
          </p:nvSpPr>
          <p:spPr>
            <a:xfrm>
              <a:off x="4529152" y="3090534"/>
              <a:ext cx="3133800" cy="300300"/>
            </a:xfrm>
            <a:prstGeom prst="ellipse">
              <a:avLst/>
            </a:prstGeom>
            <a:solidFill>
              <a:srgbClr val="B9B9B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grpSp>
      <p:grpSp>
        <p:nvGrpSpPr>
          <p:cNvPr id="589" name="Google Shape;589;p90"/>
          <p:cNvGrpSpPr/>
          <p:nvPr/>
        </p:nvGrpSpPr>
        <p:grpSpPr>
          <a:xfrm>
            <a:off x="2254349" y="1648958"/>
            <a:ext cx="3362275" cy="865572"/>
            <a:chOff x="4200113" y="2233670"/>
            <a:chExt cx="3796606" cy="968852"/>
          </a:xfrm>
        </p:grpSpPr>
        <p:sp>
          <p:nvSpPr>
            <p:cNvPr id="590" name="Google Shape;590;p90"/>
            <p:cNvSpPr/>
            <p:nvPr/>
          </p:nvSpPr>
          <p:spPr>
            <a:xfrm>
              <a:off x="4200113" y="2394372"/>
              <a:ext cx="3796606" cy="808150"/>
            </a:xfrm>
            <a:custGeom>
              <a:rect b="b" l="l" r="r" t="t"/>
              <a:pathLst>
                <a:path extrusionOk="0" h="1000805" w="4588044">
                  <a:moveTo>
                    <a:pt x="0" y="0"/>
                  </a:moveTo>
                  <a:lnTo>
                    <a:pt x="4588044" y="0"/>
                  </a:lnTo>
                  <a:lnTo>
                    <a:pt x="4205707" y="821010"/>
                  </a:lnTo>
                  <a:lnTo>
                    <a:pt x="4199131" y="821010"/>
                  </a:lnTo>
                  <a:lnTo>
                    <a:pt x="4166868" y="852174"/>
                  </a:lnTo>
                  <a:cubicBezTo>
                    <a:pt x="3988610" y="936998"/>
                    <a:pt x="3217841" y="1000805"/>
                    <a:pt x="2294021" y="1000805"/>
                  </a:cubicBezTo>
                  <a:cubicBezTo>
                    <a:pt x="1370202" y="1000805"/>
                    <a:pt x="599433" y="936998"/>
                    <a:pt x="421175" y="852174"/>
                  </a:cubicBezTo>
                  <a:lnTo>
                    <a:pt x="388911" y="821010"/>
                  </a:lnTo>
                  <a:lnTo>
                    <a:pt x="382337" y="821010"/>
                  </a:lnTo>
                  <a:close/>
                </a:path>
              </a:pathLst>
            </a:custGeom>
            <a:solidFill>
              <a:srgbClr val="1062A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sp>
          <p:nvSpPr>
            <p:cNvPr id="591" name="Google Shape;591;p90"/>
            <p:cNvSpPr/>
            <p:nvPr/>
          </p:nvSpPr>
          <p:spPr>
            <a:xfrm>
              <a:off x="4200114" y="2233670"/>
              <a:ext cx="3791700" cy="300300"/>
            </a:xfrm>
            <a:prstGeom prst="ellipse">
              <a:avLst/>
            </a:prstGeom>
            <a:solidFill>
              <a:srgbClr val="0B49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grpSp>
      <p:grpSp>
        <p:nvGrpSpPr>
          <p:cNvPr id="592" name="Google Shape;592;p90"/>
          <p:cNvGrpSpPr/>
          <p:nvPr/>
        </p:nvGrpSpPr>
        <p:grpSpPr>
          <a:xfrm>
            <a:off x="1901760" y="731036"/>
            <a:ext cx="4063172" cy="865572"/>
            <a:chOff x="3801977" y="1376806"/>
            <a:chExt cx="4588044" cy="968852"/>
          </a:xfrm>
        </p:grpSpPr>
        <p:sp>
          <p:nvSpPr>
            <p:cNvPr id="593" name="Google Shape;593;p90"/>
            <p:cNvSpPr/>
            <p:nvPr/>
          </p:nvSpPr>
          <p:spPr>
            <a:xfrm>
              <a:off x="3801977" y="1537508"/>
              <a:ext cx="4588044" cy="808150"/>
            </a:xfrm>
            <a:custGeom>
              <a:rect b="b" l="l" r="r" t="t"/>
              <a:pathLst>
                <a:path extrusionOk="0" h="1000805" w="4588044">
                  <a:moveTo>
                    <a:pt x="0" y="0"/>
                  </a:moveTo>
                  <a:lnTo>
                    <a:pt x="4588044" y="0"/>
                  </a:lnTo>
                  <a:lnTo>
                    <a:pt x="4205707" y="821010"/>
                  </a:lnTo>
                  <a:lnTo>
                    <a:pt x="4199131" y="821010"/>
                  </a:lnTo>
                  <a:lnTo>
                    <a:pt x="4166868" y="852174"/>
                  </a:lnTo>
                  <a:cubicBezTo>
                    <a:pt x="3988610" y="936998"/>
                    <a:pt x="3217841" y="1000805"/>
                    <a:pt x="2294021" y="1000805"/>
                  </a:cubicBezTo>
                  <a:cubicBezTo>
                    <a:pt x="1370202" y="1000805"/>
                    <a:pt x="599433" y="936998"/>
                    <a:pt x="421175" y="852174"/>
                  </a:cubicBezTo>
                  <a:lnTo>
                    <a:pt x="388911" y="821010"/>
                  </a:lnTo>
                  <a:lnTo>
                    <a:pt x="382337" y="821010"/>
                  </a:lnTo>
                  <a:close/>
                </a:path>
              </a:pathLst>
            </a:custGeom>
            <a:solidFill>
              <a:srgbClr val="7AC54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sp>
          <p:nvSpPr>
            <p:cNvPr id="594" name="Google Shape;594;p90"/>
            <p:cNvSpPr/>
            <p:nvPr/>
          </p:nvSpPr>
          <p:spPr>
            <a:xfrm>
              <a:off x="3801978" y="1376806"/>
              <a:ext cx="4587900" cy="300300"/>
            </a:xfrm>
            <a:prstGeom prst="ellipse">
              <a:avLst/>
            </a:prstGeom>
            <a:solidFill>
              <a:srgbClr val="5A982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grpSp>
      <p:grpSp>
        <p:nvGrpSpPr>
          <p:cNvPr id="595" name="Google Shape;595;p90"/>
          <p:cNvGrpSpPr/>
          <p:nvPr/>
        </p:nvGrpSpPr>
        <p:grpSpPr>
          <a:xfrm>
            <a:off x="212599" y="739164"/>
            <a:ext cx="1512492" cy="374246"/>
            <a:chOff x="838200" y="1705950"/>
            <a:chExt cx="2066811" cy="457569"/>
          </a:xfrm>
        </p:grpSpPr>
        <p:sp>
          <p:nvSpPr>
            <p:cNvPr id="596" name="Google Shape;596;p90"/>
            <p:cNvSpPr/>
            <p:nvPr/>
          </p:nvSpPr>
          <p:spPr>
            <a:xfrm>
              <a:off x="1052511" y="1739599"/>
              <a:ext cx="1852500" cy="423900"/>
            </a:xfrm>
            <a:prstGeom prst="homePlate">
              <a:avLst>
                <a:gd fmla="val 50000" name="adj"/>
              </a:avLst>
            </a:prstGeom>
            <a:solidFill>
              <a:srgbClr val="5A982F"/>
            </a:solidFill>
            <a:ln>
              <a:noFill/>
            </a:ln>
          </p:spPr>
          <p:txBody>
            <a:bodyPr anchorCtr="0" anchor="ctr" bIns="45700" lIns="91425" spcFirstLastPara="1" rIns="91425" wrap="square" tIns="45700">
              <a:noAutofit/>
            </a:bodyPr>
            <a:lstStyle/>
            <a:p>
              <a:pPr indent="0" lvl="0" marL="285664" marR="0" rtl="0" algn="l">
                <a:lnSpc>
                  <a:spcPct val="100000"/>
                </a:lnSpc>
                <a:spcBef>
                  <a:spcPts val="0"/>
                </a:spcBef>
                <a:spcAft>
                  <a:spcPts val="0"/>
                </a:spcAft>
                <a:buClr>
                  <a:srgbClr val="FFFFFF"/>
                </a:buClr>
                <a:buSzPts val="1600"/>
                <a:buFont typeface="Geo"/>
                <a:buNone/>
              </a:pPr>
              <a:r>
                <a:rPr b="1" i="0" lang="en" sz="1000" u="none" cap="none" strike="noStrike">
                  <a:solidFill>
                    <a:srgbClr val="FFFFFF"/>
                  </a:solidFill>
                  <a:latin typeface="Geo"/>
                  <a:ea typeface="Geo"/>
                  <a:cs typeface="Geo"/>
                  <a:sym typeface="Geo"/>
                </a:rPr>
                <a:t>All</a:t>
              </a:r>
              <a:endParaRPr sz="800"/>
            </a:p>
          </p:txBody>
        </p:sp>
        <p:sp>
          <p:nvSpPr>
            <p:cNvPr id="597" name="Google Shape;597;p90"/>
            <p:cNvSpPr/>
            <p:nvPr/>
          </p:nvSpPr>
          <p:spPr>
            <a:xfrm>
              <a:off x="838200" y="1705950"/>
              <a:ext cx="428700" cy="428700"/>
            </a:xfrm>
            <a:prstGeom prst="rect">
              <a:avLst/>
            </a:prstGeom>
            <a:solidFill>
              <a:srgbClr val="7AC5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600"/>
                <a:buFont typeface="Geo"/>
                <a:buNone/>
              </a:pPr>
              <a:r>
                <a:rPr lang="en" sz="1000">
                  <a:solidFill>
                    <a:srgbClr val="FFFFFF"/>
                  </a:solidFill>
                  <a:latin typeface="Geo"/>
                  <a:ea typeface="Geo"/>
                  <a:cs typeface="Geo"/>
                  <a:sym typeface="Geo"/>
                </a:rPr>
                <a:t>1</a:t>
              </a:r>
              <a:endParaRPr sz="800"/>
            </a:p>
          </p:txBody>
        </p:sp>
        <p:sp>
          <p:nvSpPr>
            <p:cNvPr id="598" name="Google Shape;598;p90"/>
            <p:cNvSpPr/>
            <p:nvPr/>
          </p:nvSpPr>
          <p:spPr>
            <a:xfrm flipH="1" rot="10800000">
              <a:off x="1052511" y="2105619"/>
              <a:ext cx="214200" cy="57900"/>
            </a:xfrm>
            <a:prstGeom prst="rtTriangle">
              <a:avLst/>
            </a:prstGeom>
            <a:solidFill>
              <a:srgbClr val="3C651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199" u="none" cap="none" strike="noStrike">
                <a:solidFill>
                  <a:srgbClr val="FFFFFF"/>
                </a:solidFill>
                <a:latin typeface="Geo"/>
                <a:ea typeface="Geo"/>
                <a:cs typeface="Geo"/>
                <a:sym typeface="Geo"/>
              </a:endParaRPr>
            </a:p>
          </p:txBody>
        </p:sp>
      </p:grpSp>
      <p:grpSp>
        <p:nvGrpSpPr>
          <p:cNvPr id="599" name="Google Shape;599;p90"/>
          <p:cNvGrpSpPr/>
          <p:nvPr/>
        </p:nvGrpSpPr>
        <p:grpSpPr>
          <a:xfrm>
            <a:off x="433431" y="1709260"/>
            <a:ext cx="1512492" cy="397865"/>
            <a:chOff x="838200" y="2539138"/>
            <a:chExt cx="2066811" cy="486447"/>
          </a:xfrm>
        </p:grpSpPr>
        <p:sp>
          <p:nvSpPr>
            <p:cNvPr id="600" name="Google Shape;600;p90"/>
            <p:cNvSpPr/>
            <p:nvPr/>
          </p:nvSpPr>
          <p:spPr>
            <a:xfrm>
              <a:off x="1052511" y="2601665"/>
              <a:ext cx="1852500" cy="423900"/>
            </a:xfrm>
            <a:prstGeom prst="homePlate">
              <a:avLst>
                <a:gd fmla="val 50000" name="adj"/>
              </a:avLst>
            </a:prstGeom>
            <a:solidFill>
              <a:srgbClr val="0B4978"/>
            </a:solidFill>
            <a:ln>
              <a:noFill/>
            </a:ln>
          </p:spPr>
          <p:txBody>
            <a:bodyPr anchorCtr="0" anchor="ctr" bIns="45700" lIns="91425" spcFirstLastPara="1" rIns="91425" wrap="square" tIns="45700">
              <a:noAutofit/>
            </a:bodyPr>
            <a:lstStyle/>
            <a:p>
              <a:pPr indent="0" lvl="0" marL="285664" marR="0" rtl="0" algn="l">
                <a:lnSpc>
                  <a:spcPct val="100000"/>
                </a:lnSpc>
                <a:spcBef>
                  <a:spcPts val="0"/>
                </a:spcBef>
                <a:spcAft>
                  <a:spcPts val="0"/>
                </a:spcAft>
                <a:buClr>
                  <a:srgbClr val="FFFFFF"/>
                </a:buClr>
                <a:buSzPts val="1600"/>
                <a:buFont typeface="Geo"/>
                <a:buNone/>
              </a:pPr>
              <a:r>
                <a:rPr b="1" i="0" lang="en" sz="1000" u="none" cap="none" strike="noStrike">
                  <a:solidFill>
                    <a:srgbClr val="FFFFFF"/>
                  </a:solidFill>
                  <a:latin typeface="Geo"/>
                  <a:ea typeface="Geo"/>
                  <a:cs typeface="Geo"/>
                  <a:sym typeface="Geo"/>
                </a:rPr>
                <a:t>Identified</a:t>
              </a:r>
              <a:endParaRPr sz="800"/>
            </a:p>
          </p:txBody>
        </p:sp>
        <p:sp>
          <p:nvSpPr>
            <p:cNvPr id="601" name="Google Shape;601;p90"/>
            <p:cNvSpPr/>
            <p:nvPr/>
          </p:nvSpPr>
          <p:spPr>
            <a:xfrm>
              <a:off x="838200" y="2539138"/>
              <a:ext cx="428700" cy="428700"/>
            </a:xfrm>
            <a:prstGeom prst="rect">
              <a:avLst/>
            </a:prstGeom>
            <a:solidFill>
              <a:srgbClr val="1062A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Geo"/>
                <a:buNone/>
              </a:pPr>
              <a:r>
                <a:rPr lang="en" sz="1000">
                  <a:solidFill>
                    <a:srgbClr val="FFFFFF"/>
                  </a:solidFill>
                  <a:latin typeface="Geo"/>
                  <a:ea typeface="Geo"/>
                  <a:cs typeface="Geo"/>
                  <a:sym typeface="Geo"/>
                </a:rPr>
                <a:t>2</a:t>
              </a:r>
              <a:endParaRPr sz="800"/>
            </a:p>
          </p:txBody>
        </p:sp>
        <p:sp>
          <p:nvSpPr>
            <p:cNvPr id="602" name="Google Shape;602;p90"/>
            <p:cNvSpPr/>
            <p:nvPr/>
          </p:nvSpPr>
          <p:spPr>
            <a:xfrm flipH="1" rot="10800000">
              <a:off x="1052511" y="2967685"/>
              <a:ext cx="214200" cy="57900"/>
            </a:xfrm>
            <a:prstGeom prst="rtTriangle">
              <a:avLst/>
            </a:prstGeom>
            <a:solidFill>
              <a:srgbClr val="0731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199" u="none" cap="none" strike="noStrike">
                <a:solidFill>
                  <a:srgbClr val="FFFFFF"/>
                </a:solidFill>
                <a:latin typeface="Geo"/>
                <a:ea typeface="Geo"/>
                <a:cs typeface="Geo"/>
                <a:sym typeface="Geo"/>
              </a:endParaRPr>
            </a:p>
          </p:txBody>
        </p:sp>
      </p:grpSp>
      <p:grpSp>
        <p:nvGrpSpPr>
          <p:cNvPr id="603" name="Google Shape;603;p90"/>
          <p:cNvGrpSpPr/>
          <p:nvPr/>
        </p:nvGrpSpPr>
        <p:grpSpPr>
          <a:xfrm>
            <a:off x="730463" y="2626774"/>
            <a:ext cx="1512492" cy="397865"/>
            <a:chOff x="838200" y="3401204"/>
            <a:chExt cx="2066811" cy="486447"/>
          </a:xfrm>
        </p:grpSpPr>
        <p:sp>
          <p:nvSpPr>
            <p:cNvPr id="604" name="Google Shape;604;p90"/>
            <p:cNvSpPr/>
            <p:nvPr/>
          </p:nvSpPr>
          <p:spPr>
            <a:xfrm>
              <a:off x="1052511" y="3463731"/>
              <a:ext cx="1852500" cy="423900"/>
            </a:xfrm>
            <a:prstGeom prst="homePlate">
              <a:avLst>
                <a:gd fmla="val 50000" name="adj"/>
              </a:avLst>
            </a:prstGeom>
            <a:solidFill>
              <a:srgbClr val="7B7B7B"/>
            </a:solidFill>
            <a:ln>
              <a:noFill/>
            </a:ln>
          </p:spPr>
          <p:txBody>
            <a:bodyPr anchorCtr="0" anchor="ctr" bIns="45700" lIns="91425" spcFirstLastPara="1" rIns="91425" wrap="square" tIns="45700">
              <a:noAutofit/>
            </a:bodyPr>
            <a:lstStyle/>
            <a:p>
              <a:pPr indent="0" lvl="0" marL="285664" marR="0" rtl="0" algn="l">
                <a:lnSpc>
                  <a:spcPct val="100000"/>
                </a:lnSpc>
                <a:spcBef>
                  <a:spcPts val="0"/>
                </a:spcBef>
                <a:spcAft>
                  <a:spcPts val="0"/>
                </a:spcAft>
                <a:buClr>
                  <a:srgbClr val="FFFFFF"/>
                </a:buClr>
                <a:buSzPts val="1600"/>
                <a:buFont typeface="Geo"/>
                <a:buNone/>
              </a:pPr>
              <a:r>
                <a:rPr b="1" lang="en" sz="1000">
                  <a:solidFill>
                    <a:srgbClr val="FFFFFF"/>
                  </a:solidFill>
                  <a:latin typeface="Geo"/>
                  <a:ea typeface="Geo"/>
                  <a:cs typeface="Geo"/>
                  <a:sym typeface="Geo"/>
                </a:rPr>
                <a:t>Nurtured</a:t>
              </a:r>
              <a:endParaRPr sz="800"/>
            </a:p>
          </p:txBody>
        </p:sp>
        <p:sp>
          <p:nvSpPr>
            <p:cNvPr id="605" name="Google Shape;605;p90"/>
            <p:cNvSpPr/>
            <p:nvPr/>
          </p:nvSpPr>
          <p:spPr>
            <a:xfrm>
              <a:off x="838200" y="3401204"/>
              <a:ext cx="428700" cy="428700"/>
            </a:xfrm>
            <a:prstGeom prst="rect">
              <a:avLst/>
            </a:prstGeom>
            <a:solidFill>
              <a:srgbClr val="B9B9B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Geo"/>
                <a:buNone/>
              </a:pPr>
              <a:r>
                <a:rPr lang="en" sz="1000">
                  <a:solidFill>
                    <a:srgbClr val="FFFFFF"/>
                  </a:solidFill>
                  <a:latin typeface="Geo"/>
                  <a:ea typeface="Geo"/>
                  <a:cs typeface="Geo"/>
                  <a:sym typeface="Geo"/>
                </a:rPr>
                <a:t>3</a:t>
              </a:r>
              <a:endParaRPr sz="800"/>
            </a:p>
          </p:txBody>
        </p:sp>
        <p:sp>
          <p:nvSpPr>
            <p:cNvPr id="606" name="Google Shape;606;p90"/>
            <p:cNvSpPr/>
            <p:nvPr/>
          </p:nvSpPr>
          <p:spPr>
            <a:xfrm flipH="1" rot="10800000">
              <a:off x="1052511" y="3829751"/>
              <a:ext cx="214200" cy="57900"/>
            </a:xfrm>
            <a:prstGeom prst="rtTriangle">
              <a:avLst/>
            </a:prstGeom>
            <a:solidFill>
              <a:srgbClr val="3D3D3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199" u="none" cap="none" strike="noStrike">
                <a:solidFill>
                  <a:srgbClr val="FFFFFF"/>
                </a:solidFill>
                <a:latin typeface="Geo"/>
                <a:ea typeface="Geo"/>
                <a:cs typeface="Geo"/>
                <a:sym typeface="Geo"/>
              </a:endParaRPr>
            </a:p>
          </p:txBody>
        </p:sp>
      </p:grpSp>
      <p:sp>
        <p:nvSpPr>
          <p:cNvPr id="607" name="Google Shape;607;p90"/>
          <p:cNvSpPr/>
          <p:nvPr/>
        </p:nvSpPr>
        <p:spPr>
          <a:xfrm>
            <a:off x="2994910" y="1202820"/>
            <a:ext cx="2037600" cy="204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1800"/>
              <a:buFont typeface="Geo"/>
              <a:buNone/>
            </a:pPr>
            <a:r>
              <a:rPr b="0" i="0" lang="en" sz="1800" u="none" cap="none" strike="noStrike">
                <a:solidFill>
                  <a:srgbClr val="FFFFFF"/>
                </a:solidFill>
                <a:latin typeface="Geo"/>
                <a:ea typeface="Geo"/>
                <a:cs typeface="Geo"/>
                <a:sym typeface="Geo"/>
              </a:rPr>
              <a:t>All Website Visitors</a:t>
            </a:r>
            <a:endParaRPr/>
          </a:p>
        </p:txBody>
      </p:sp>
      <p:sp>
        <p:nvSpPr>
          <p:cNvPr id="608" name="Google Shape;608;p90"/>
          <p:cNvSpPr/>
          <p:nvPr/>
        </p:nvSpPr>
        <p:spPr>
          <a:xfrm>
            <a:off x="2658519" y="2064198"/>
            <a:ext cx="2553900" cy="204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1800"/>
              <a:buFont typeface="Geo"/>
              <a:buNone/>
            </a:pPr>
            <a:r>
              <a:rPr b="0" i="0" lang="en" sz="1800" u="none" cap="none" strike="noStrike">
                <a:solidFill>
                  <a:srgbClr val="FFFFFF"/>
                </a:solidFill>
                <a:latin typeface="Geo"/>
                <a:ea typeface="Geo"/>
                <a:cs typeface="Geo"/>
                <a:sym typeface="Geo"/>
              </a:rPr>
              <a:t>Identified Visitors</a:t>
            </a:r>
            <a:endParaRPr/>
          </a:p>
        </p:txBody>
      </p:sp>
      <p:sp>
        <p:nvSpPr>
          <p:cNvPr id="609" name="Google Shape;609;p90"/>
          <p:cNvSpPr/>
          <p:nvPr/>
        </p:nvSpPr>
        <p:spPr>
          <a:xfrm>
            <a:off x="2929873" y="2941075"/>
            <a:ext cx="2110800" cy="204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1800"/>
              <a:buFont typeface="Geo"/>
              <a:buNone/>
            </a:pPr>
            <a:r>
              <a:rPr lang="en" sz="1800">
                <a:solidFill>
                  <a:srgbClr val="FFFFFF"/>
                </a:solidFill>
                <a:latin typeface="Geo"/>
                <a:ea typeface="Geo"/>
                <a:cs typeface="Geo"/>
                <a:sym typeface="Geo"/>
              </a:rPr>
              <a:t>Nurture</a:t>
            </a:r>
            <a:endParaRPr b="0" i="0" sz="1800" u="none" cap="none" strike="noStrike">
              <a:solidFill>
                <a:srgbClr val="FFFFFF"/>
              </a:solidFill>
              <a:latin typeface="Geo"/>
              <a:ea typeface="Geo"/>
              <a:cs typeface="Geo"/>
              <a:sym typeface="Geo"/>
            </a:endParaRPr>
          </a:p>
        </p:txBody>
      </p:sp>
      <p:sp>
        <p:nvSpPr>
          <p:cNvPr id="610" name="Google Shape;610;p90"/>
          <p:cNvSpPr/>
          <p:nvPr/>
        </p:nvSpPr>
        <p:spPr>
          <a:xfrm>
            <a:off x="2937368" y="3604862"/>
            <a:ext cx="2026200" cy="204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1800"/>
              <a:buFont typeface="Geo"/>
              <a:buNone/>
            </a:pPr>
            <a:r>
              <a:rPr lang="en" sz="1800">
                <a:solidFill>
                  <a:srgbClr val="FFFFFF"/>
                </a:solidFill>
                <a:latin typeface="Geo"/>
                <a:ea typeface="Geo"/>
                <a:cs typeface="Geo"/>
                <a:sym typeface="Geo"/>
              </a:rPr>
              <a:t>Lead</a:t>
            </a:r>
            <a:endParaRPr b="0" i="0" sz="1800" u="none" cap="none" strike="noStrike">
              <a:solidFill>
                <a:srgbClr val="FFFFFF"/>
              </a:solidFill>
              <a:latin typeface="Geo"/>
              <a:ea typeface="Geo"/>
              <a:cs typeface="Geo"/>
              <a:sym typeface="Geo"/>
            </a:endParaRPr>
          </a:p>
        </p:txBody>
      </p:sp>
      <p:sp>
        <p:nvSpPr>
          <p:cNvPr id="611" name="Google Shape;611;p90"/>
          <p:cNvSpPr txBox="1"/>
          <p:nvPr/>
        </p:nvSpPr>
        <p:spPr>
          <a:xfrm>
            <a:off x="311067" y="2103947"/>
            <a:ext cx="18612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062A1"/>
              </a:buClr>
              <a:buSzPts val="1600"/>
              <a:buFont typeface="Geo"/>
              <a:buNone/>
            </a:pPr>
            <a:r>
              <a:rPr b="1" i="0" lang="en" sz="1100" u="none" cap="none" strike="noStrike">
                <a:solidFill>
                  <a:srgbClr val="1062A1"/>
                </a:solidFill>
                <a:latin typeface="Geo"/>
                <a:ea typeface="Geo"/>
                <a:cs typeface="Geo"/>
                <a:sym typeface="Geo"/>
              </a:rPr>
              <a:t>Visitors We Identify</a:t>
            </a:r>
            <a:endParaRPr b="1" i="0" sz="1100" u="none" cap="none" strike="noStrike">
              <a:solidFill>
                <a:srgbClr val="1062A1"/>
              </a:solidFill>
              <a:latin typeface="Geo"/>
              <a:ea typeface="Geo"/>
              <a:cs typeface="Geo"/>
              <a:sym typeface="Geo"/>
            </a:endParaRPr>
          </a:p>
        </p:txBody>
      </p:sp>
      <p:sp>
        <p:nvSpPr>
          <p:cNvPr id="612" name="Google Shape;612;p90"/>
          <p:cNvSpPr txBox="1"/>
          <p:nvPr/>
        </p:nvSpPr>
        <p:spPr>
          <a:xfrm>
            <a:off x="323368" y="3050363"/>
            <a:ext cx="20820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062A1"/>
              </a:buClr>
              <a:buSzPts val="1600"/>
              <a:buFont typeface="Geo"/>
              <a:buNone/>
            </a:pPr>
            <a:r>
              <a:rPr b="1" lang="en" sz="1100">
                <a:solidFill>
                  <a:srgbClr val="1062A1"/>
                </a:solidFill>
                <a:latin typeface="Geo"/>
                <a:ea typeface="Geo"/>
                <a:cs typeface="Geo"/>
                <a:sym typeface="Geo"/>
              </a:rPr>
              <a:t>Email Sequence</a:t>
            </a:r>
            <a:endParaRPr b="1" i="0" sz="1100" u="none" cap="none" strike="noStrike">
              <a:solidFill>
                <a:srgbClr val="1062A1"/>
              </a:solidFill>
              <a:latin typeface="Geo"/>
              <a:ea typeface="Geo"/>
              <a:cs typeface="Geo"/>
              <a:sym typeface="Geo"/>
            </a:endParaRPr>
          </a:p>
        </p:txBody>
      </p:sp>
      <p:sp>
        <p:nvSpPr>
          <p:cNvPr id="613" name="Google Shape;613;p90"/>
          <p:cNvSpPr/>
          <p:nvPr/>
        </p:nvSpPr>
        <p:spPr>
          <a:xfrm>
            <a:off x="266525" y="2257019"/>
            <a:ext cx="2037600" cy="257400"/>
          </a:xfrm>
          <a:prstGeom prst="rect">
            <a:avLst/>
          </a:prstGeom>
          <a:noFill/>
          <a:ln>
            <a:noFill/>
          </a:ln>
        </p:spPr>
        <p:txBody>
          <a:bodyPr anchorCtr="0" anchor="t" bIns="45700" lIns="91425" spcFirstLastPara="1" rIns="91425" wrap="square" tIns="45700">
            <a:noAutofit/>
          </a:bodyPr>
          <a:lstStyle/>
          <a:p>
            <a:pPr indent="-145999" lvl="0" marL="171399" marR="0" rtl="0" algn="l">
              <a:lnSpc>
                <a:spcPct val="100000"/>
              </a:lnSpc>
              <a:spcBef>
                <a:spcPts val="0"/>
              </a:spcBef>
              <a:spcAft>
                <a:spcPts val="0"/>
              </a:spcAft>
              <a:buClr>
                <a:srgbClr val="000D71"/>
              </a:buClr>
              <a:buSzPts val="700"/>
              <a:buFont typeface="Noto Sans Symbols"/>
              <a:buChar char="▪"/>
            </a:pPr>
            <a:r>
              <a:rPr lang="en" sz="700">
                <a:latin typeface="Open Sans Light"/>
                <a:ea typeface="Open Sans Light"/>
                <a:cs typeface="Open Sans Light"/>
                <a:sym typeface="Open Sans Light"/>
              </a:rPr>
              <a:t>Engaged User</a:t>
            </a:r>
            <a:endParaRPr sz="700">
              <a:latin typeface="Open Sans Light"/>
              <a:ea typeface="Open Sans Light"/>
              <a:cs typeface="Open Sans Light"/>
              <a:sym typeface="Open Sans Light"/>
            </a:endParaRPr>
          </a:p>
          <a:p>
            <a:pPr indent="-145999" lvl="0" marL="171399" marR="0" rtl="0" algn="l">
              <a:lnSpc>
                <a:spcPct val="100000"/>
              </a:lnSpc>
              <a:spcBef>
                <a:spcPts val="0"/>
              </a:spcBef>
              <a:spcAft>
                <a:spcPts val="0"/>
              </a:spcAft>
              <a:buSzPts val="700"/>
              <a:buFont typeface="Open Sans Light"/>
              <a:buChar char="▪"/>
            </a:pPr>
            <a:r>
              <a:rPr lang="en" sz="700">
                <a:latin typeface="Open Sans Light"/>
                <a:ea typeface="Open Sans Light"/>
                <a:cs typeface="Open Sans Light"/>
                <a:sym typeface="Open Sans Light"/>
              </a:rPr>
              <a:t>VDP views</a:t>
            </a:r>
            <a:endParaRPr sz="700">
              <a:latin typeface="Open Sans Light"/>
              <a:ea typeface="Open Sans Light"/>
              <a:cs typeface="Open Sans Light"/>
              <a:sym typeface="Open Sans Light"/>
            </a:endParaRPr>
          </a:p>
          <a:p>
            <a:pPr indent="-101549" lvl="0" marL="171399" marR="0" rtl="0" algn="l">
              <a:lnSpc>
                <a:spcPct val="100000"/>
              </a:lnSpc>
              <a:spcBef>
                <a:spcPts val="0"/>
              </a:spcBef>
              <a:spcAft>
                <a:spcPts val="0"/>
              </a:spcAft>
              <a:buClr>
                <a:srgbClr val="000D71"/>
              </a:buClr>
              <a:buSzPts val="1100"/>
              <a:buFont typeface="Noto Sans Symbols"/>
              <a:buNone/>
            </a:pPr>
            <a:r>
              <a:t/>
            </a:r>
            <a:endParaRPr b="0" i="0" sz="700" u="none" cap="none" strike="noStrike">
              <a:solidFill>
                <a:srgbClr val="000000"/>
              </a:solidFill>
              <a:latin typeface="Open Sans Light"/>
              <a:ea typeface="Open Sans Light"/>
              <a:cs typeface="Open Sans Light"/>
              <a:sym typeface="Open Sans Light"/>
            </a:endParaRPr>
          </a:p>
        </p:txBody>
      </p:sp>
      <p:sp>
        <p:nvSpPr>
          <p:cNvPr id="614" name="Google Shape;614;p90"/>
          <p:cNvSpPr/>
          <p:nvPr/>
        </p:nvSpPr>
        <p:spPr>
          <a:xfrm>
            <a:off x="263800" y="3290075"/>
            <a:ext cx="1979100" cy="491100"/>
          </a:xfrm>
          <a:prstGeom prst="rect">
            <a:avLst/>
          </a:prstGeom>
          <a:noFill/>
          <a:ln>
            <a:noFill/>
          </a:ln>
        </p:spPr>
        <p:txBody>
          <a:bodyPr anchorCtr="0" anchor="t" bIns="45700" lIns="91425" spcFirstLastPara="1" rIns="91425" wrap="square" tIns="45700">
            <a:noAutofit/>
          </a:bodyPr>
          <a:lstStyle/>
          <a:p>
            <a:pPr indent="-145999" lvl="0" marL="171399" marR="0" rtl="0" algn="l">
              <a:lnSpc>
                <a:spcPct val="100000"/>
              </a:lnSpc>
              <a:spcBef>
                <a:spcPts val="0"/>
              </a:spcBef>
              <a:spcAft>
                <a:spcPts val="0"/>
              </a:spcAft>
              <a:buClr>
                <a:srgbClr val="7F7F7F"/>
              </a:buClr>
              <a:buSzPts val="700"/>
              <a:buFont typeface="Noto Sans Symbols"/>
              <a:buChar char="▪"/>
            </a:pPr>
            <a:r>
              <a:rPr lang="en" sz="700">
                <a:latin typeface="Open Sans Light"/>
                <a:ea typeface="Open Sans Light"/>
                <a:cs typeface="Open Sans Light"/>
                <a:sym typeface="Open Sans Light"/>
              </a:rPr>
              <a:t>Re-engage prospect with multiple emails</a:t>
            </a:r>
            <a:endParaRPr b="0" i="0" sz="700" u="none" cap="none" strike="noStrike">
              <a:solidFill>
                <a:srgbClr val="000000"/>
              </a:solidFill>
              <a:latin typeface="Open Sans Light"/>
              <a:ea typeface="Open Sans Light"/>
              <a:cs typeface="Open Sans Light"/>
              <a:sym typeface="Open Sans Light"/>
            </a:endParaRPr>
          </a:p>
          <a:p>
            <a:pPr indent="0" lvl="0" marL="0" marR="0" rtl="0" algn="l">
              <a:lnSpc>
                <a:spcPct val="100000"/>
              </a:lnSpc>
              <a:spcBef>
                <a:spcPts val="0"/>
              </a:spcBef>
              <a:spcAft>
                <a:spcPts val="0"/>
              </a:spcAft>
              <a:buNone/>
            </a:pPr>
            <a:r>
              <a:t/>
            </a:r>
            <a:endParaRPr b="0" i="0" sz="700" u="none" cap="none" strike="noStrike">
              <a:solidFill>
                <a:srgbClr val="000000"/>
              </a:solidFill>
              <a:latin typeface="Open Sans Light"/>
              <a:ea typeface="Open Sans Light"/>
              <a:cs typeface="Open Sans Light"/>
              <a:sym typeface="Open Sans Light"/>
            </a:endParaRPr>
          </a:p>
        </p:txBody>
      </p:sp>
      <p:sp>
        <p:nvSpPr>
          <p:cNvPr id="615" name="Google Shape;615;p90"/>
          <p:cNvSpPr txBox="1"/>
          <p:nvPr/>
        </p:nvSpPr>
        <p:spPr>
          <a:xfrm>
            <a:off x="322318" y="1156290"/>
            <a:ext cx="18612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062A1"/>
              </a:buClr>
              <a:buSzPts val="1600"/>
              <a:buFont typeface="Geo"/>
              <a:buNone/>
            </a:pPr>
            <a:r>
              <a:rPr b="1" i="0" lang="en" sz="1100" u="none" cap="none" strike="noStrike">
                <a:solidFill>
                  <a:srgbClr val="1062A1"/>
                </a:solidFill>
                <a:latin typeface="Geo"/>
                <a:ea typeface="Geo"/>
                <a:cs typeface="Geo"/>
                <a:sym typeface="Geo"/>
              </a:rPr>
              <a:t>All Of Your Website Traffic</a:t>
            </a:r>
            <a:endParaRPr sz="900"/>
          </a:p>
        </p:txBody>
      </p:sp>
      <p:sp>
        <p:nvSpPr>
          <p:cNvPr id="616" name="Google Shape;616;p90"/>
          <p:cNvSpPr/>
          <p:nvPr/>
        </p:nvSpPr>
        <p:spPr>
          <a:xfrm>
            <a:off x="277783" y="1385555"/>
            <a:ext cx="1340100" cy="352500"/>
          </a:xfrm>
          <a:prstGeom prst="rect">
            <a:avLst/>
          </a:prstGeom>
          <a:noFill/>
          <a:ln>
            <a:noFill/>
          </a:ln>
        </p:spPr>
        <p:txBody>
          <a:bodyPr anchorCtr="0" anchor="t" bIns="45700" lIns="91425" spcFirstLastPara="1" rIns="91425" wrap="square" tIns="45700">
            <a:noAutofit/>
          </a:bodyPr>
          <a:lstStyle/>
          <a:p>
            <a:pPr indent="-145999" lvl="0" marL="171399" marR="0" rtl="0" algn="l">
              <a:lnSpc>
                <a:spcPct val="100000"/>
              </a:lnSpc>
              <a:spcBef>
                <a:spcPts val="0"/>
              </a:spcBef>
              <a:spcAft>
                <a:spcPts val="0"/>
              </a:spcAft>
              <a:buClr>
                <a:srgbClr val="000D71"/>
              </a:buClr>
              <a:buSzPts val="700"/>
              <a:buFont typeface="Noto Sans Symbols"/>
              <a:buChar char="▪"/>
            </a:pPr>
            <a:r>
              <a:rPr b="0" i="0" lang="en" sz="700" u="none" cap="none" strike="noStrike">
                <a:solidFill>
                  <a:srgbClr val="000000"/>
                </a:solidFill>
                <a:latin typeface="Open Sans Light"/>
                <a:ea typeface="Open Sans Light"/>
                <a:cs typeface="Open Sans Light"/>
                <a:sym typeface="Open Sans Light"/>
              </a:rPr>
              <a:t>All traffic</a:t>
            </a:r>
            <a:endParaRPr sz="1000"/>
          </a:p>
          <a:p>
            <a:pPr indent="-145999" lvl="0" marL="171399" marR="0" rtl="0" algn="l">
              <a:lnSpc>
                <a:spcPct val="100000"/>
              </a:lnSpc>
              <a:spcBef>
                <a:spcPts val="0"/>
              </a:spcBef>
              <a:spcAft>
                <a:spcPts val="0"/>
              </a:spcAft>
              <a:buClr>
                <a:srgbClr val="000D71"/>
              </a:buClr>
              <a:buSzPts val="700"/>
              <a:buFont typeface="Noto Sans Symbols"/>
              <a:buChar char="▪"/>
            </a:pPr>
            <a:r>
              <a:rPr b="0" i="0" lang="en" sz="700" u="none" cap="none" strike="noStrike">
                <a:solidFill>
                  <a:srgbClr val="000000"/>
                </a:solidFill>
                <a:latin typeface="Open Sans Light"/>
                <a:ea typeface="Open Sans Light"/>
                <a:cs typeface="Open Sans Light"/>
                <a:sym typeface="Open Sans Light"/>
              </a:rPr>
              <a:t>Google Analytics </a:t>
            </a:r>
            <a:endParaRPr b="0" i="0" sz="700" u="none" cap="none" strike="noStrike">
              <a:solidFill>
                <a:srgbClr val="000000"/>
              </a:solidFill>
              <a:latin typeface="Open Sans Light"/>
              <a:ea typeface="Open Sans Light"/>
              <a:cs typeface="Open Sans Light"/>
              <a:sym typeface="Open Sans Light"/>
            </a:endParaRPr>
          </a:p>
        </p:txBody>
      </p:sp>
      <p:sp>
        <p:nvSpPr>
          <p:cNvPr id="617" name="Google Shape;617;p90"/>
          <p:cNvSpPr/>
          <p:nvPr/>
        </p:nvSpPr>
        <p:spPr>
          <a:xfrm rot="-5400000">
            <a:off x="7343097" y="2838291"/>
            <a:ext cx="593400" cy="3008400"/>
          </a:xfrm>
          <a:prstGeom prst="round2SameRect">
            <a:avLst>
              <a:gd fmla="val 26618" name="adj1"/>
              <a:gd fmla="val 0" name="adj2"/>
            </a:avLst>
          </a:prstGeom>
          <a:solidFill>
            <a:srgbClr val="0B49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Open Sans Light"/>
              <a:buNone/>
            </a:pPr>
            <a:r>
              <a:t/>
            </a:r>
            <a:endParaRPr b="0" i="0" sz="1800" u="none" cap="none" strike="noStrike">
              <a:solidFill>
                <a:srgbClr val="FFFFFF"/>
              </a:solidFill>
              <a:latin typeface="Open Sans Light"/>
              <a:ea typeface="Open Sans Light"/>
              <a:cs typeface="Open Sans Light"/>
              <a:sym typeface="Open Sans Light"/>
            </a:endParaRPr>
          </a:p>
        </p:txBody>
      </p:sp>
      <p:sp>
        <p:nvSpPr>
          <p:cNvPr id="618" name="Google Shape;618;p90"/>
          <p:cNvSpPr txBox="1"/>
          <p:nvPr/>
        </p:nvSpPr>
        <p:spPr>
          <a:xfrm>
            <a:off x="6281061" y="4075884"/>
            <a:ext cx="2754000" cy="563400"/>
          </a:xfrm>
          <a:prstGeom prst="rect">
            <a:avLst/>
          </a:prstGeom>
          <a:noFill/>
          <a:ln>
            <a:noFill/>
          </a:ln>
        </p:spPr>
        <p:txBody>
          <a:bodyPr anchorCtr="0" anchor="t" bIns="45700" lIns="91425" spcFirstLastPara="1" rIns="91425" wrap="square" tIns="45700">
            <a:normAutofit fontScale="47500"/>
          </a:bodyPr>
          <a:lstStyle/>
          <a:p>
            <a:pPr indent="0" lvl="0" marL="0" marR="0" rtl="0" algn="l">
              <a:lnSpc>
                <a:spcPct val="160000"/>
              </a:lnSpc>
              <a:spcBef>
                <a:spcPts val="0"/>
              </a:spcBef>
              <a:spcAft>
                <a:spcPts val="0"/>
              </a:spcAft>
              <a:buClr>
                <a:srgbClr val="FFFFFF"/>
              </a:buClr>
              <a:buSzPct val="100000"/>
              <a:buFont typeface="Arial"/>
              <a:buNone/>
            </a:pPr>
            <a:r>
              <a:rPr b="0" i="0" lang="en" sz="1800" u="none" cap="none" strike="noStrike">
                <a:solidFill>
                  <a:srgbClr val="FFFFFF"/>
                </a:solidFill>
                <a:latin typeface="Poppins"/>
                <a:ea typeface="Poppins"/>
                <a:cs typeface="Poppins"/>
                <a:sym typeface="Poppins"/>
              </a:rPr>
              <a:t>Identify and Influence Your Most Engaged Website Visitors into Sales-Ready Leads.</a:t>
            </a:r>
            <a:endParaRPr b="0" i="0" sz="1800" u="none" cap="none" strike="noStrike">
              <a:solidFill>
                <a:srgbClr val="FFFFFF"/>
              </a:solidFill>
              <a:latin typeface="Poppins"/>
              <a:ea typeface="Poppins"/>
              <a:cs typeface="Poppins"/>
              <a:sym typeface="Poppins"/>
            </a:endParaRPr>
          </a:p>
        </p:txBody>
      </p:sp>
      <p:sp>
        <p:nvSpPr>
          <p:cNvPr id="619" name="Google Shape;619;p90"/>
          <p:cNvSpPr/>
          <p:nvPr/>
        </p:nvSpPr>
        <p:spPr>
          <a:xfrm>
            <a:off x="3616477" y="4307047"/>
            <a:ext cx="801300" cy="178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1800"/>
              <a:buFont typeface="Geo"/>
              <a:buNone/>
            </a:pPr>
            <a:r>
              <a:rPr lang="en" sz="1800">
                <a:solidFill>
                  <a:srgbClr val="FFFFFF"/>
                </a:solidFill>
                <a:latin typeface="Geo"/>
                <a:ea typeface="Geo"/>
                <a:cs typeface="Geo"/>
                <a:sym typeface="Geo"/>
              </a:rPr>
              <a:t>Sale</a:t>
            </a:r>
            <a:endParaRPr/>
          </a:p>
        </p:txBody>
      </p:sp>
      <p:sp>
        <p:nvSpPr>
          <p:cNvPr id="620" name="Google Shape;620;p90"/>
          <p:cNvSpPr txBox="1"/>
          <p:nvPr/>
        </p:nvSpPr>
        <p:spPr>
          <a:xfrm>
            <a:off x="5999675" y="844300"/>
            <a:ext cx="2889000" cy="26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595959"/>
                </a:solidFill>
                <a:latin typeface="Roboto"/>
                <a:ea typeface="Roboto"/>
                <a:cs typeface="Roboto"/>
                <a:sym typeface="Roboto"/>
              </a:rPr>
              <a:t>Unique means 1 email id (they could’ve opened or clicked multiple times)</a:t>
            </a:r>
            <a:endParaRPr sz="800">
              <a:solidFill>
                <a:srgbClr val="595959"/>
              </a:solidFill>
              <a:latin typeface="Roboto"/>
              <a:ea typeface="Roboto"/>
              <a:cs typeface="Roboto"/>
              <a:sym typeface="Roboto"/>
            </a:endParaRPr>
          </a:p>
        </p:txBody>
      </p:sp>
      <p:graphicFrame>
        <p:nvGraphicFramePr>
          <p:cNvPr id="621" name="Google Shape;621;p90"/>
          <p:cNvGraphicFramePr/>
          <p:nvPr/>
        </p:nvGraphicFramePr>
        <p:xfrm>
          <a:off x="6248800" y="1406825"/>
          <a:ext cx="3000000" cy="3000000"/>
        </p:xfrm>
        <a:graphic>
          <a:graphicData uri="http://schemas.openxmlformats.org/drawingml/2006/table">
            <a:tbl>
              <a:tblPr>
                <a:noFill/>
                <a:tableStyleId>{12582AF7-009F-48A2-9A44-981834622FC7}</a:tableStyleId>
              </a:tblPr>
              <a:tblGrid>
                <a:gridCol w="1412125"/>
                <a:gridCol w="923725"/>
              </a:tblGrid>
              <a:tr h="379000">
                <a:tc>
                  <a:txBody>
                    <a:bodyPr/>
                    <a:lstStyle/>
                    <a:p>
                      <a:pPr indent="0" lvl="0" marL="0" rtl="0" algn="l">
                        <a:spcBef>
                          <a:spcPts val="0"/>
                        </a:spcBef>
                        <a:spcAft>
                          <a:spcPts val="0"/>
                        </a:spcAft>
                        <a:buNone/>
                      </a:pPr>
                      <a:r>
                        <a:rPr b="1" lang="en" sz="1100">
                          <a:solidFill>
                            <a:srgbClr val="212121"/>
                          </a:solidFill>
                          <a:latin typeface="Roboto"/>
                          <a:ea typeface="Roboto"/>
                          <a:cs typeface="Roboto"/>
                          <a:sym typeface="Roboto"/>
                        </a:rPr>
                        <a:t>Overview</a:t>
                      </a:r>
                      <a:endParaRPr b="1" sz="1100">
                        <a:solidFill>
                          <a:srgbClr val="212121"/>
                        </a:solidFill>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5C1AD"/>
                    </a:solidFill>
                  </a:tcPr>
                </a:tc>
                <a:tc>
                  <a:txBody>
                    <a:bodyPr/>
                    <a:lstStyle/>
                    <a:p>
                      <a:pPr indent="0" lvl="0" marL="0" rtl="0" algn="l">
                        <a:spcBef>
                          <a:spcPts val="0"/>
                        </a:spcBef>
                        <a:spcAft>
                          <a:spcPts val="0"/>
                        </a:spcAft>
                        <a:buClr>
                          <a:srgbClr val="000000"/>
                        </a:buClr>
                        <a:buSzPts val="1100"/>
                        <a:buFont typeface="Arial"/>
                        <a:buNone/>
                      </a:pPr>
                      <a:r>
                        <a:rPr b="1" lang="en" sz="1100"/>
                        <a:t>Zoomer’s RV</a:t>
                      </a:r>
                      <a:endParaRPr b="1" sz="1100">
                        <a:solidFill>
                          <a:srgbClr val="00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5C1AD"/>
                    </a:solidFill>
                  </a:tcPr>
                </a:tc>
              </a:tr>
              <a:tr h="517800">
                <a:tc>
                  <a:txBody>
                    <a:bodyPr/>
                    <a:lstStyle/>
                    <a:p>
                      <a:pPr indent="0" lvl="0" marL="0" rtl="0" algn="l">
                        <a:spcBef>
                          <a:spcPts val="0"/>
                        </a:spcBef>
                        <a:spcAft>
                          <a:spcPts val="0"/>
                        </a:spcAft>
                        <a:buClr>
                          <a:srgbClr val="000000"/>
                        </a:buClr>
                        <a:buSzPts val="1100"/>
                        <a:buFont typeface="Arial"/>
                        <a:buNone/>
                      </a:pPr>
                      <a:r>
                        <a:rPr b="1" lang="en" sz="1100">
                          <a:solidFill>
                            <a:srgbClr val="FFFFFF"/>
                          </a:solidFill>
                          <a:latin typeface="Roboto"/>
                          <a:ea typeface="Roboto"/>
                          <a:cs typeface="Roboto"/>
                          <a:sym typeface="Roboto"/>
                        </a:rPr>
                        <a:t>Identified Visitors</a:t>
                      </a:r>
                      <a:endParaRPr sz="1100">
                        <a:solidFill>
                          <a:srgbClr val="FFFFFF"/>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062A1"/>
                    </a:solidFill>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623250">
                <a:tc>
                  <a:txBody>
                    <a:bodyPr/>
                    <a:lstStyle/>
                    <a:p>
                      <a:pPr indent="0" lvl="0" marL="0" rtl="0" algn="l">
                        <a:spcBef>
                          <a:spcPts val="0"/>
                        </a:spcBef>
                        <a:spcAft>
                          <a:spcPts val="0"/>
                        </a:spcAft>
                        <a:buNone/>
                      </a:pPr>
                      <a:r>
                        <a:rPr b="1" lang="en" sz="1300">
                          <a:solidFill>
                            <a:srgbClr val="FFFFFF"/>
                          </a:solidFill>
                          <a:latin typeface="Roboto"/>
                          <a:ea typeface="Roboto"/>
                          <a:cs typeface="Roboto"/>
                          <a:sym typeface="Roboto"/>
                        </a:rPr>
                        <a:t>Unique Opens</a:t>
                      </a:r>
                      <a:endParaRPr sz="900">
                        <a:solidFill>
                          <a:srgbClr val="FFFFFF"/>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B7B7B"/>
                    </a:solidFill>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754175">
                <a:tc>
                  <a:txBody>
                    <a:bodyPr/>
                    <a:lstStyle/>
                    <a:p>
                      <a:pPr indent="0" lvl="0" marL="0" rtl="0" algn="l">
                        <a:spcBef>
                          <a:spcPts val="0"/>
                        </a:spcBef>
                        <a:spcAft>
                          <a:spcPts val="0"/>
                        </a:spcAft>
                        <a:buClr>
                          <a:srgbClr val="000000"/>
                        </a:buClr>
                        <a:buSzPts val="1100"/>
                        <a:buFont typeface="Arial"/>
                        <a:buNone/>
                      </a:pPr>
                      <a:r>
                        <a:rPr b="1" lang="en" sz="1300">
                          <a:solidFill>
                            <a:srgbClr val="FFFFFF"/>
                          </a:solidFill>
                          <a:latin typeface="Roboto"/>
                          <a:ea typeface="Roboto"/>
                          <a:cs typeface="Roboto"/>
                          <a:sym typeface="Roboto"/>
                        </a:rPr>
                        <a:t>Unique Clicks</a:t>
                      </a:r>
                      <a:endParaRPr sz="900">
                        <a:solidFill>
                          <a:srgbClr val="FFFFFF"/>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B7B7B"/>
                    </a:solidFill>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625" name="Shape 625"/>
        <p:cNvGrpSpPr/>
        <p:nvPr/>
      </p:nvGrpSpPr>
      <p:grpSpPr>
        <a:xfrm>
          <a:off x="0" y="0"/>
          <a:ext cx="0" cy="0"/>
          <a:chOff x="0" y="0"/>
          <a:chExt cx="0" cy="0"/>
        </a:xfrm>
      </p:grpSpPr>
      <p:sp>
        <p:nvSpPr>
          <p:cNvPr id="626" name="Google Shape;626;p91"/>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SEO</a:t>
            </a:r>
            <a:endParaRPr sz="4800">
              <a:solidFill>
                <a:schemeClr val="lt1"/>
              </a:solidFill>
            </a:endParaRPr>
          </a:p>
        </p:txBody>
      </p:sp>
      <p:sp>
        <p:nvSpPr>
          <p:cNvPr id="627" name="Google Shape;627;p9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28" name="Google Shape;628;p91"/>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629" name="Google Shape;629;p91"/>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92"/>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Keyword Movements Summary:</a:t>
            </a:r>
            <a:endParaRPr/>
          </a:p>
        </p:txBody>
      </p:sp>
      <p:pic>
        <p:nvPicPr>
          <p:cNvPr id="635" name="Google Shape;635;p92"/>
          <p:cNvPicPr preferRelativeResize="0"/>
          <p:nvPr/>
        </p:nvPicPr>
        <p:blipFill rotWithShape="1">
          <a:blip r:embed="rId3">
            <a:alphaModFix/>
          </a:blip>
          <a:srcRect b="0" l="0" r="0" t="0"/>
          <a:stretch/>
        </p:blipFill>
        <p:spPr>
          <a:xfrm>
            <a:off x="3441699" y="424595"/>
            <a:ext cx="2260600" cy="342900"/>
          </a:xfrm>
          <a:prstGeom prst="rect">
            <a:avLst/>
          </a:prstGeom>
          <a:noFill/>
          <a:ln>
            <a:noFill/>
          </a:ln>
        </p:spPr>
      </p:pic>
      <p:sp>
        <p:nvSpPr>
          <p:cNvPr id="636" name="Google Shape;636;p92"/>
          <p:cNvSpPr txBox="1"/>
          <p:nvPr/>
        </p:nvSpPr>
        <p:spPr>
          <a:xfrm>
            <a:off x="519451" y="2041249"/>
            <a:ext cx="7925400" cy="267810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200"/>
              <a:buFont typeface="Arial"/>
              <a:buChar char="•"/>
            </a:pPr>
            <a:r>
              <a:rPr b="1" i="0" lang="en" sz="1200" u="none" cap="none" strike="noStrike">
                <a:solidFill>
                  <a:srgbClr val="000000"/>
                </a:solidFill>
                <a:latin typeface="Arial"/>
                <a:ea typeface="Arial"/>
                <a:cs typeface="Arial"/>
                <a:sym typeface="Arial"/>
              </a:rPr>
              <a:t>Overall Keyword Growth</a:t>
            </a:r>
            <a:r>
              <a:rPr b="0" i="0" lang="en" sz="1200" u="none" cap="none" strike="noStrike">
                <a:solidFill>
                  <a:srgbClr val="000000"/>
                </a:solidFill>
                <a:latin typeface="Arial"/>
                <a:ea typeface="Arial"/>
                <a:cs typeface="Arial"/>
                <a:sym typeface="Arial"/>
              </a:rPr>
              <a:t>: We've seen an impressive increase of </a:t>
            </a:r>
            <a:r>
              <a:rPr b="1" i="0" lang="en" sz="1200" u="none" cap="none" strike="noStrike">
                <a:solidFill>
                  <a:srgbClr val="000000"/>
                </a:solidFill>
                <a:latin typeface="Arial"/>
                <a:ea typeface="Arial"/>
                <a:cs typeface="Arial"/>
                <a:sym typeface="Arial"/>
              </a:rPr>
              <a:t>223 </a:t>
            </a:r>
            <a:r>
              <a:rPr b="0" i="0" lang="en" sz="1200" u="none" cap="none" strike="noStrike">
                <a:solidFill>
                  <a:srgbClr val="000000"/>
                </a:solidFill>
                <a:latin typeface="Arial"/>
                <a:ea typeface="Arial"/>
                <a:cs typeface="Arial"/>
                <a:sym typeface="Arial"/>
              </a:rPr>
              <a:t>keywords ranking higher since the start, showcasing the effectiveness of our optimization strategies.</a:t>
            </a:r>
            <a:br>
              <a:rPr b="0" i="0" lang="en" sz="1200" u="none" cap="none" strike="noStrike">
                <a:solidFill>
                  <a:srgbClr val="000000"/>
                </a:solidFill>
                <a:latin typeface="Arial"/>
                <a:ea typeface="Arial"/>
                <a:cs typeface="Arial"/>
                <a:sym typeface="Arial"/>
              </a:rPr>
            </a:br>
            <a:endParaRPr b="0" i="0" sz="12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1200"/>
              <a:buFont typeface="Arial"/>
              <a:buChar char="•"/>
            </a:pPr>
            <a:r>
              <a:rPr b="1" i="0" lang="en" sz="1200" u="none" cap="none" strike="noStrike">
                <a:solidFill>
                  <a:srgbClr val="000000"/>
                </a:solidFill>
                <a:latin typeface="Arial"/>
                <a:ea typeface="Arial"/>
                <a:cs typeface="Arial"/>
                <a:sym typeface="Arial"/>
              </a:rPr>
              <a:t>Top 3 Keywords</a:t>
            </a:r>
            <a:r>
              <a:rPr b="0" i="0" lang="en" sz="1200" u="none" cap="none" strike="noStrike">
                <a:solidFill>
                  <a:srgbClr val="000000"/>
                </a:solidFill>
                <a:latin typeface="Arial"/>
                <a:ea typeface="Arial"/>
                <a:cs typeface="Arial"/>
                <a:sym typeface="Arial"/>
              </a:rPr>
              <a:t>: </a:t>
            </a:r>
            <a:r>
              <a:rPr b="1" i="0" lang="en" sz="1200" u="none" cap="none" strike="noStrike">
                <a:solidFill>
                  <a:srgbClr val="000000"/>
                </a:solidFill>
                <a:latin typeface="Arial"/>
                <a:ea typeface="Arial"/>
                <a:cs typeface="Arial"/>
                <a:sym typeface="Arial"/>
              </a:rPr>
              <a:t>127</a:t>
            </a:r>
            <a:r>
              <a:rPr b="0" i="0" lang="en" sz="1200" u="none" cap="none" strike="noStrike">
                <a:solidFill>
                  <a:srgbClr val="000000"/>
                </a:solidFill>
                <a:latin typeface="Arial"/>
                <a:ea typeface="Arial"/>
                <a:cs typeface="Arial"/>
                <a:sym typeface="Arial"/>
              </a:rPr>
              <a:t> keywords are now ranking in the top 3 positions, which is a fantastic milestone. This represents a </a:t>
            </a:r>
            <a:r>
              <a:rPr b="1" i="0" lang="en" sz="1200" u="none" cap="none" strike="noStrike">
                <a:solidFill>
                  <a:srgbClr val="000000"/>
                </a:solidFill>
                <a:latin typeface="Arial"/>
                <a:ea typeface="Arial"/>
                <a:cs typeface="Arial"/>
                <a:sym typeface="Arial"/>
              </a:rPr>
              <a:t>95.4% </a:t>
            </a:r>
            <a:r>
              <a:rPr b="0" i="0" lang="en" sz="1200" u="none" cap="none" strike="noStrike">
                <a:solidFill>
                  <a:srgbClr val="000000"/>
                </a:solidFill>
                <a:latin typeface="Arial"/>
                <a:ea typeface="Arial"/>
                <a:cs typeface="Arial"/>
                <a:sym typeface="Arial"/>
              </a:rPr>
              <a:t>increase and highlights how well we've aligned our efforts with user intent to drive relevant traffic.</a:t>
            </a:r>
            <a:br>
              <a:rPr b="0" i="0" lang="en" sz="1200" u="none" cap="none" strike="noStrike">
                <a:solidFill>
                  <a:srgbClr val="000000"/>
                </a:solidFill>
                <a:latin typeface="Arial"/>
                <a:ea typeface="Arial"/>
                <a:cs typeface="Arial"/>
                <a:sym typeface="Arial"/>
              </a:rPr>
            </a:br>
            <a:endParaRPr b="0" i="0" sz="12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1200"/>
              <a:buFont typeface="Arial"/>
              <a:buChar char="•"/>
            </a:pPr>
            <a:r>
              <a:rPr b="1" i="0" lang="en" sz="1200" u="none" cap="none" strike="noStrike">
                <a:solidFill>
                  <a:srgbClr val="000000"/>
                </a:solidFill>
                <a:latin typeface="Arial"/>
                <a:ea typeface="Arial"/>
                <a:cs typeface="Arial"/>
                <a:sym typeface="Arial"/>
              </a:rPr>
              <a:t>Top 10 Keywords</a:t>
            </a:r>
            <a:r>
              <a:rPr b="0" i="0" lang="en" sz="1200" u="none" cap="none" strike="noStrike">
                <a:solidFill>
                  <a:srgbClr val="000000"/>
                </a:solidFill>
                <a:latin typeface="Arial"/>
                <a:ea typeface="Arial"/>
                <a:cs typeface="Arial"/>
                <a:sym typeface="Arial"/>
              </a:rPr>
              <a:t>: The increase of </a:t>
            </a:r>
            <a:r>
              <a:rPr b="1" i="0" lang="en" sz="1200" u="none" cap="none" strike="noStrike">
                <a:solidFill>
                  <a:srgbClr val="000000"/>
                </a:solidFill>
                <a:latin typeface="Arial"/>
                <a:ea typeface="Arial"/>
                <a:cs typeface="Arial"/>
                <a:sym typeface="Arial"/>
              </a:rPr>
              <a:t>250</a:t>
            </a:r>
            <a:r>
              <a:rPr b="0" i="0" lang="en" sz="1200" u="none" cap="none" strike="noStrike">
                <a:solidFill>
                  <a:srgbClr val="000000"/>
                </a:solidFill>
                <a:latin typeface="Arial"/>
                <a:ea typeface="Arial"/>
                <a:cs typeface="Arial"/>
                <a:sym typeface="Arial"/>
              </a:rPr>
              <a:t> keywords in the top 10 rankings is another strong indicator of success. With a </a:t>
            </a:r>
            <a:r>
              <a:rPr b="1" i="0" lang="en" sz="1200" u="none" cap="none" strike="noStrike">
                <a:solidFill>
                  <a:srgbClr val="000000"/>
                </a:solidFill>
                <a:latin typeface="Arial"/>
                <a:ea typeface="Arial"/>
                <a:cs typeface="Arial"/>
                <a:sym typeface="Arial"/>
              </a:rPr>
              <a:t>74.8% </a:t>
            </a:r>
            <a:r>
              <a:rPr b="0" i="0" lang="en" sz="1200" u="none" cap="none" strike="noStrike">
                <a:solidFill>
                  <a:srgbClr val="000000"/>
                </a:solidFill>
                <a:latin typeface="Arial"/>
                <a:ea typeface="Arial"/>
                <a:cs typeface="Arial"/>
                <a:sym typeface="Arial"/>
              </a:rPr>
              <a:t>improvement, it’s clear that we’re not only bringing in more traffic but also positioning content effectively for visibility.</a:t>
            </a:r>
            <a:br>
              <a:rPr b="0" i="0" lang="en" sz="1200" u="none" cap="none" strike="noStrike">
                <a:solidFill>
                  <a:srgbClr val="000000"/>
                </a:solidFill>
                <a:latin typeface="Arial"/>
                <a:ea typeface="Arial"/>
                <a:cs typeface="Arial"/>
                <a:sym typeface="Arial"/>
              </a:rPr>
            </a:b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 sz="1200" u="none" cap="none" strike="noStrike">
                <a:solidFill>
                  <a:srgbClr val="000000"/>
                </a:solidFill>
                <a:latin typeface="Arial"/>
                <a:ea typeface="Arial"/>
                <a:cs typeface="Arial"/>
                <a:sym typeface="Arial"/>
              </a:rPr>
              <a:t>This massive improvement demonstrates that we’ve successfully optimized the keywords based on user intent, ensuring that our content resonates with what users are searching for, ultimately driving higher engagement and results. </a:t>
            </a:r>
            <a:endParaRPr/>
          </a:p>
        </p:txBody>
      </p:sp>
      <p:pic>
        <p:nvPicPr>
          <p:cNvPr id="637" name="Google Shape;637;p92"/>
          <p:cNvPicPr preferRelativeResize="0"/>
          <p:nvPr/>
        </p:nvPicPr>
        <p:blipFill rotWithShape="1">
          <a:blip r:embed="rId4">
            <a:alphaModFix/>
          </a:blip>
          <a:srcRect b="0" l="0" r="0" t="0"/>
          <a:stretch/>
        </p:blipFill>
        <p:spPr>
          <a:xfrm>
            <a:off x="2035288" y="767495"/>
            <a:ext cx="4617363" cy="117107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93"/>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Google Search Console Update – March-26 vs February-26</a:t>
            </a:r>
            <a:endParaRPr/>
          </a:p>
        </p:txBody>
      </p:sp>
      <p:pic>
        <p:nvPicPr>
          <p:cNvPr id="643" name="Google Shape;643;p93"/>
          <p:cNvPicPr preferRelativeResize="0"/>
          <p:nvPr/>
        </p:nvPicPr>
        <p:blipFill rotWithShape="1">
          <a:blip r:embed="rId3">
            <a:alphaModFix/>
          </a:blip>
          <a:srcRect b="0" l="0" r="0" t="0"/>
          <a:stretch/>
        </p:blipFill>
        <p:spPr>
          <a:xfrm>
            <a:off x="900110" y="740269"/>
            <a:ext cx="6897063" cy="1267002"/>
          </a:xfrm>
          <a:prstGeom prst="rect">
            <a:avLst/>
          </a:prstGeom>
          <a:noFill/>
          <a:ln>
            <a:noFill/>
          </a:ln>
        </p:spPr>
      </p:pic>
      <p:sp>
        <p:nvSpPr>
          <p:cNvPr id="644" name="Google Shape;644;p93"/>
          <p:cNvSpPr/>
          <p:nvPr/>
        </p:nvSpPr>
        <p:spPr>
          <a:xfrm>
            <a:off x="236764" y="2571750"/>
            <a:ext cx="8515500" cy="1569600"/>
          </a:xfrm>
          <a:prstGeom prst="rect">
            <a:avLst/>
          </a:prstGeom>
          <a:noFill/>
          <a:ln>
            <a:noFill/>
          </a:ln>
        </p:spPr>
        <p:txBody>
          <a:bodyPr anchorCtr="0" anchor="ctr" bIns="45700" lIns="91425" spcFirstLastPara="1" rIns="91425" wrap="square" tIns="45700">
            <a:noAutofit/>
          </a:bodyPr>
          <a:lstStyle/>
          <a:p>
            <a:pPr indent="-171450" lvl="0" marL="171450" marR="0" rtl="0" algn="l">
              <a:lnSpc>
                <a:spcPct val="100000"/>
              </a:lnSpc>
              <a:spcBef>
                <a:spcPts val="0"/>
              </a:spcBef>
              <a:spcAft>
                <a:spcPts val="0"/>
              </a:spcAft>
              <a:buClr>
                <a:schemeClr val="dk1"/>
              </a:buClr>
              <a:buSzPts val="1200"/>
              <a:buFont typeface="Arial"/>
              <a:buChar char="•"/>
            </a:pPr>
            <a:r>
              <a:rPr b="1" i="0" lang="en" sz="1200" u="none" cap="none" strike="noStrike">
                <a:solidFill>
                  <a:schemeClr val="dk1"/>
                </a:solidFill>
                <a:latin typeface="Arial"/>
                <a:ea typeface="Arial"/>
                <a:cs typeface="Arial"/>
                <a:sym typeface="Arial"/>
              </a:rPr>
              <a:t>Total clicks increased from 5.73K in February to 6.01K in March</a:t>
            </a:r>
            <a:r>
              <a:rPr b="0" i="0" lang="en" sz="1200" u="none" cap="none" strike="noStrike">
                <a:solidFill>
                  <a:schemeClr val="dk1"/>
                </a:solidFill>
                <a:latin typeface="Arial"/>
                <a:ea typeface="Arial"/>
                <a:cs typeface="Arial"/>
                <a:sym typeface="Arial"/>
              </a:rPr>
              <a:t> (approximately </a:t>
            </a:r>
            <a:r>
              <a:rPr b="1" i="0" lang="en" sz="1200" u="none" cap="none" strike="noStrike">
                <a:solidFill>
                  <a:schemeClr val="dk1"/>
                </a:solidFill>
                <a:latin typeface="Arial"/>
                <a:ea typeface="Arial"/>
                <a:cs typeface="Arial"/>
                <a:sym typeface="Arial"/>
              </a:rPr>
              <a:t>5% growth</a:t>
            </a:r>
            <a:r>
              <a:rPr b="0" i="0" lang="en" sz="1200" u="none" cap="none" strike="noStrike">
                <a:solidFill>
                  <a:schemeClr val="dk1"/>
                </a:solidFill>
                <a:latin typeface="Arial"/>
                <a:ea typeface="Arial"/>
                <a:cs typeface="Arial"/>
                <a:sym typeface="Arial"/>
              </a:rPr>
              <a:t>), indicating continued improvement in organic traffic. </a:t>
            </a:r>
            <a:endParaRPr/>
          </a:p>
          <a:p>
            <a:pPr indent="-171450" lvl="0" marL="171450" marR="0" rtl="0" algn="l">
              <a:lnSpc>
                <a:spcPct val="100000"/>
              </a:lnSpc>
              <a:spcBef>
                <a:spcPts val="0"/>
              </a:spcBef>
              <a:spcAft>
                <a:spcPts val="0"/>
              </a:spcAft>
              <a:buClr>
                <a:schemeClr val="dk1"/>
              </a:buClr>
              <a:buSzPts val="1200"/>
              <a:buFont typeface="Arial"/>
              <a:buChar char="•"/>
            </a:pPr>
            <a:r>
              <a:rPr b="1" i="0" lang="en" sz="1200" u="none" cap="none" strike="noStrike">
                <a:solidFill>
                  <a:schemeClr val="dk1"/>
                </a:solidFill>
                <a:latin typeface="Arial"/>
                <a:ea typeface="Arial"/>
                <a:cs typeface="Arial"/>
                <a:sym typeface="Arial"/>
              </a:rPr>
              <a:t>Total impressions declined from 476K to 432K</a:t>
            </a:r>
            <a:r>
              <a:rPr b="0" i="0" lang="en" sz="1200" u="none" cap="none" strike="noStrike">
                <a:solidFill>
                  <a:schemeClr val="dk1"/>
                </a:solidFill>
                <a:latin typeface="Arial"/>
                <a:ea typeface="Arial"/>
                <a:cs typeface="Arial"/>
                <a:sym typeface="Arial"/>
              </a:rPr>
              <a:t> (approximately </a:t>
            </a:r>
            <a:r>
              <a:rPr b="1" i="0" lang="en" sz="1200" u="none" cap="none" strike="noStrike">
                <a:solidFill>
                  <a:schemeClr val="dk1"/>
                </a:solidFill>
                <a:latin typeface="Arial"/>
                <a:ea typeface="Arial"/>
                <a:cs typeface="Arial"/>
                <a:sym typeface="Arial"/>
              </a:rPr>
              <a:t>9% decrease</a:t>
            </a:r>
            <a:r>
              <a:rPr b="0" i="0" lang="en" sz="1200" u="none" cap="none" strike="noStrike">
                <a:solidFill>
                  <a:schemeClr val="dk1"/>
                </a:solidFill>
                <a:latin typeface="Arial"/>
                <a:ea typeface="Arial"/>
                <a:cs typeface="Arial"/>
                <a:sym typeface="Arial"/>
              </a:rPr>
              <a:t>), suggesting a reduction in overall search visibility or demand. </a:t>
            </a:r>
            <a:endParaRPr/>
          </a:p>
          <a:p>
            <a:pPr indent="-171450" lvl="0" marL="171450" marR="0" rtl="0" algn="l">
              <a:lnSpc>
                <a:spcPct val="100000"/>
              </a:lnSpc>
              <a:spcBef>
                <a:spcPts val="0"/>
              </a:spcBef>
              <a:spcAft>
                <a:spcPts val="0"/>
              </a:spcAft>
              <a:buClr>
                <a:schemeClr val="dk1"/>
              </a:buClr>
              <a:buSzPts val="1200"/>
              <a:buFont typeface="Arial"/>
              <a:buChar char="•"/>
            </a:pPr>
            <a:r>
              <a:rPr b="1" i="0" lang="en" sz="1200" u="none" cap="none" strike="noStrike">
                <a:solidFill>
                  <a:schemeClr val="dk1"/>
                </a:solidFill>
                <a:latin typeface="Arial"/>
                <a:ea typeface="Arial"/>
                <a:cs typeface="Arial"/>
                <a:sym typeface="Arial"/>
              </a:rPr>
              <a:t>CTR improved from 1.2% to 1.4%</a:t>
            </a:r>
            <a:r>
              <a:rPr b="0" i="0" lang="en" sz="1200" u="none" cap="none" strike="noStrike">
                <a:solidFill>
                  <a:schemeClr val="dk1"/>
                </a:solidFill>
                <a:latin typeface="Arial"/>
                <a:ea typeface="Arial"/>
                <a:cs typeface="Arial"/>
                <a:sym typeface="Arial"/>
              </a:rPr>
              <a:t>, reflecting stronger engagement and better performance in converting impressions into clicks. </a:t>
            </a:r>
            <a:endParaRPr/>
          </a:p>
          <a:p>
            <a:pPr indent="-171450" lvl="0" marL="171450" marR="0" rtl="0" algn="l">
              <a:lnSpc>
                <a:spcPct val="100000"/>
              </a:lnSpc>
              <a:spcBef>
                <a:spcPts val="0"/>
              </a:spcBef>
              <a:spcAft>
                <a:spcPts val="0"/>
              </a:spcAft>
              <a:buClr>
                <a:schemeClr val="dk1"/>
              </a:buClr>
              <a:buSzPts val="1200"/>
              <a:buFont typeface="Arial"/>
              <a:buChar char="•"/>
            </a:pPr>
            <a:r>
              <a:rPr b="1" i="0" lang="en" sz="1200" u="none" cap="none" strike="noStrike">
                <a:solidFill>
                  <a:schemeClr val="dk1"/>
                </a:solidFill>
                <a:latin typeface="Arial"/>
                <a:ea typeface="Arial"/>
                <a:cs typeface="Arial"/>
                <a:sym typeface="Arial"/>
              </a:rPr>
              <a:t>Average position improved from 12.7 to 11.7</a:t>
            </a:r>
            <a:r>
              <a:rPr b="0" i="0" lang="en" sz="1200" u="none" cap="none" strike="noStrike">
                <a:solidFill>
                  <a:schemeClr val="dk1"/>
                </a:solidFill>
                <a:latin typeface="Arial"/>
                <a:ea typeface="Arial"/>
                <a:cs typeface="Arial"/>
                <a:sym typeface="Arial"/>
              </a:rPr>
              <a:t>, indicating stronger keyword rankings, which helped drive higher clicks despite the drop in impressions.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94"/>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Keyword Movement March-26</a:t>
            </a:r>
            <a:endParaRPr/>
          </a:p>
        </p:txBody>
      </p:sp>
      <p:sp>
        <p:nvSpPr>
          <p:cNvPr id="650" name="Google Shape;650;p94"/>
          <p:cNvSpPr txBox="1"/>
          <p:nvPr/>
        </p:nvSpPr>
        <p:spPr>
          <a:xfrm>
            <a:off x="840921" y="906236"/>
            <a:ext cx="44823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Here is the G-Sheet Link for the Keyword rankings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654" name="Shape 654"/>
        <p:cNvGrpSpPr/>
        <p:nvPr/>
      </p:nvGrpSpPr>
      <p:grpSpPr>
        <a:xfrm>
          <a:off x="0" y="0"/>
          <a:ext cx="0" cy="0"/>
          <a:chOff x="0" y="0"/>
          <a:chExt cx="0" cy="0"/>
        </a:xfrm>
      </p:grpSpPr>
      <p:sp>
        <p:nvSpPr>
          <p:cNvPr id="655" name="Google Shape;655;p95"/>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April Creative</a:t>
            </a:r>
            <a:endParaRPr sz="4800">
              <a:solidFill>
                <a:schemeClr val="lt1"/>
              </a:solidFill>
            </a:endParaRPr>
          </a:p>
        </p:txBody>
      </p:sp>
      <p:sp>
        <p:nvSpPr>
          <p:cNvPr id="656" name="Google Shape;656;p9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57" name="Google Shape;657;p95"/>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658" name="Google Shape;658;p95"/>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96"/>
          <p:cNvSpPr txBox="1"/>
          <p:nvPr>
            <p:ph idx="1" type="body"/>
          </p:nvPr>
        </p:nvSpPr>
        <p:spPr>
          <a:xfrm>
            <a:off x="142900" y="536850"/>
            <a:ext cx="4429200" cy="3416400"/>
          </a:xfrm>
          <a:prstGeom prst="rect">
            <a:avLst/>
          </a:prstGeom>
        </p:spPr>
        <p:txBody>
          <a:bodyPr anchorCtr="0" anchor="t" bIns="91425" lIns="91425" spcFirstLastPara="1" rIns="91425" wrap="square" tIns="91425">
            <a:normAutofit/>
          </a:bodyPr>
          <a:lstStyle/>
          <a:p>
            <a:pPr indent="-317500" lvl="1" marL="914400" rtl="0" algn="l">
              <a:spcBef>
                <a:spcPts val="0"/>
              </a:spcBef>
              <a:spcAft>
                <a:spcPts val="0"/>
              </a:spcAft>
              <a:buSzPts val="1400"/>
              <a:buChar char="○"/>
            </a:pPr>
            <a:r>
              <a:rPr lang="en"/>
              <a:t>Facebook</a:t>
            </a:r>
            <a:endParaRPr/>
          </a:p>
          <a:p>
            <a:pPr indent="-317500" lvl="1" marL="914400" rtl="0" algn="l">
              <a:spcBef>
                <a:spcPts val="0"/>
              </a:spcBef>
              <a:spcAft>
                <a:spcPts val="0"/>
              </a:spcAft>
              <a:buSzPts val="1400"/>
              <a:buChar char="○"/>
            </a:pPr>
            <a:r>
              <a:rPr lang="en"/>
              <a:t>Intender + EMail</a:t>
            </a:r>
            <a:endParaRPr/>
          </a:p>
        </p:txBody>
      </p:sp>
      <p:sp>
        <p:nvSpPr>
          <p:cNvPr id="664" name="Google Shape;664;p96"/>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Motorhome Campaign - Continue</a:t>
            </a:r>
            <a:endParaRPr/>
          </a:p>
        </p:txBody>
      </p:sp>
      <p:pic>
        <p:nvPicPr>
          <p:cNvPr id="665" name="Google Shape;665;p96"/>
          <p:cNvPicPr preferRelativeResize="0"/>
          <p:nvPr/>
        </p:nvPicPr>
        <p:blipFill rotWithShape="1">
          <a:blip r:embed="rId3">
            <a:alphaModFix/>
          </a:blip>
          <a:srcRect b="6174" l="20733" r="20231" t="0"/>
          <a:stretch/>
        </p:blipFill>
        <p:spPr>
          <a:xfrm>
            <a:off x="6776075" y="75712"/>
            <a:ext cx="1449700" cy="4992075"/>
          </a:xfrm>
          <a:prstGeom prst="rect">
            <a:avLst/>
          </a:prstGeom>
          <a:noFill/>
          <a:ln cap="flat" cmpd="sng" w="9525">
            <a:solidFill>
              <a:schemeClr val="dk2"/>
            </a:solidFill>
            <a:prstDash val="solid"/>
            <a:round/>
            <a:headEnd len="sm" w="sm" type="none"/>
            <a:tailEnd len="sm" w="sm" type="none"/>
          </a:ln>
        </p:spPr>
      </p:pic>
      <p:pic>
        <p:nvPicPr>
          <p:cNvPr id="666" name="Google Shape;666;p96"/>
          <p:cNvPicPr preferRelativeResize="0"/>
          <p:nvPr/>
        </p:nvPicPr>
        <p:blipFill>
          <a:blip r:embed="rId4">
            <a:alphaModFix/>
          </a:blip>
          <a:stretch>
            <a:fillRect/>
          </a:stretch>
        </p:blipFill>
        <p:spPr>
          <a:xfrm>
            <a:off x="3237225" y="767338"/>
            <a:ext cx="2669550" cy="3336937"/>
          </a:xfrm>
          <a:prstGeom prst="rect">
            <a:avLst/>
          </a:prstGeom>
          <a:noFill/>
          <a:ln cap="flat" cmpd="sng" w="9525">
            <a:solidFill>
              <a:schemeClr val="dk1"/>
            </a:solidFill>
            <a:prstDash val="solid"/>
            <a:round/>
            <a:headEnd len="sm" w="sm" type="none"/>
            <a:tailEnd len="sm" w="sm" type="none"/>
          </a:ln>
        </p:spPr>
      </p:pic>
      <p:sp>
        <p:nvSpPr>
          <p:cNvPr id="667" name="Google Shape;667;p96"/>
          <p:cNvSpPr txBox="1"/>
          <p:nvPr/>
        </p:nvSpPr>
        <p:spPr>
          <a:xfrm>
            <a:off x="709975" y="2306150"/>
            <a:ext cx="4350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sold : 2 2025s</a:t>
            </a:r>
            <a:endParaRPr sz="1800">
              <a:solidFill>
                <a:schemeClr val="dk2"/>
              </a:solidFill>
              <a:latin typeface="Roboto"/>
              <a:ea typeface="Roboto"/>
              <a:cs typeface="Roboto"/>
              <a:sym typeface="Roboto"/>
            </a:endParaRPr>
          </a:p>
          <a:p>
            <a:pPr indent="0" lvl="0" marL="0" rtl="0" algn="l">
              <a:spcBef>
                <a:spcPts val="0"/>
              </a:spcBef>
              <a:spcAft>
                <a:spcPts val="0"/>
              </a:spcAft>
              <a:buNone/>
            </a:pPr>
            <a:r>
              <a:rPr lang="en" sz="1800">
                <a:solidFill>
                  <a:schemeClr val="dk2"/>
                </a:solidFill>
                <a:latin typeface="Roboto"/>
                <a:ea typeface="Roboto"/>
                <a:cs typeface="Roboto"/>
                <a:sym typeface="Roboto"/>
              </a:rPr>
              <a:t>          3 2026s</a:t>
            </a:r>
            <a:endParaRPr sz="1800">
              <a:solidFill>
                <a:schemeClr val="dk2"/>
              </a:solidFill>
              <a:latin typeface="Roboto"/>
              <a:ea typeface="Roboto"/>
              <a:cs typeface="Roboto"/>
              <a:sym typeface="Roboto"/>
            </a:endParaRPr>
          </a:p>
          <a:p>
            <a:pPr indent="0" lvl="0" marL="0" rtl="0" algn="l">
              <a:spcBef>
                <a:spcPts val="0"/>
              </a:spcBef>
              <a:spcAft>
                <a:spcPts val="0"/>
              </a:spcAft>
              <a:buNone/>
            </a:pPr>
            <a:r>
              <a:rPr lang="en" sz="1800">
                <a:solidFill>
                  <a:schemeClr val="dk2"/>
                </a:solidFill>
                <a:latin typeface="Roboto"/>
                <a:ea typeface="Roboto"/>
                <a:cs typeface="Roboto"/>
                <a:sym typeface="Roboto"/>
              </a:rPr>
              <a:t>Indiana</a:t>
            </a:r>
            <a:endParaRPr sz="1800">
              <a:solidFill>
                <a:schemeClr val="dk2"/>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97"/>
          <p:cNvSpPr txBox="1"/>
          <p:nvPr>
            <p:ph idx="1" type="body"/>
          </p:nvPr>
        </p:nvSpPr>
        <p:spPr>
          <a:xfrm>
            <a:off x="198400" y="427400"/>
            <a:ext cx="3744300" cy="2112900"/>
          </a:xfrm>
          <a:prstGeom prst="rect">
            <a:avLst/>
          </a:prstGeom>
        </p:spPr>
        <p:txBody>
          <a:bodyPr anchorCtr="0" anchor="t" bIns="91425" lIns="91425" spcFirstLastPara="1" rIns="91425" wrap="square" tIns="91425">
            <a:normAutofit lnSpcReduction="10000"/>
          </a:bodyPr>
          <a:lstStyle/>
          <a:p>
            <a:pPr indent="0" lvl="0" marL="0" rtl="0" algn="l">
              <a:lnSpc>
                <a:spcPct val="95000"/>
              </a:lnSpc>
              <a:spcBef>
                <a:spcPts val="0"/>
              </a:spcBef>
              <a:spcAft>
                <a:spcPts val="0"/>
              </a:spcAft>
              <a:buSzPts val="1018"/>
              <a:buNone/>
            </a:pPr>
            <a:r>
              <a:rPr lang="en" sz="1265"/>
              <a:t>Given the focus needed to move the 200 aged units we recommend changing the creative direction for April &amp; May to be more a more urgent message giving consumers reasons to believe this is the time to get a big deal.</a:t>
            </a:r>
            <a:endParaRPr sz="1265"/>
          </a:p>
          <a:p>
            <a:pPr indent="0" lvl="0" marL="0" rtl="0" algn="l">
              <a:lnSpc>
                <a:spcPct val="95000"/>
              </a:lnSpc>
              <a:spcBef>
                <a:spcPts val="1200"/>
              </a:spcBef>
              <a:spcAft>
                <a:spcPts val="0"/>
              </a:spcAft>
              <a:buSzPts val="1018"/>
              <a:buNone/>
            </a:pPr>
            <a:r>
              <a:rPr lang="en" sz="1265"/>
              <a:t>This would be the focus on all platforms. OTT budget dramatically increases for April/May</a:t>
            </a:r>
            <a:endParaRPr sz="1265"/>
          </a:p>
          <a:p>
            <a:pPr indent="0" lvl="0" marL="0" rtl="0" algn="l">
              <a:lnSpc>
                <a:spcPct val="95000"/>
              </a:lnSpc>
              <a:spcBef>
                <a:spcPts val="1200"/>
              </a:spcBef>
              <a:spcAft>
                <a:spcPts val="1200"/>
              </a:spcAft>
              <a:buSzPts val="1018"/>
              <a:buNone/>
            </a:pPr>
            <a:r>
              <a:rPr lang="en" sz="1265"/>
              <a:t>We would tag the units on the lot and on the website</a:t>
            </a:r>
            <a:endParaRPr sz="1265"/>
          </a:p>
        </p:txBody>
      </p:sp>
      <p:sp>
        <p:nvSpPr>
          <p:cNvPr id="673" name="Google Shape;673;p97"/>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April/May</a:t>
            </a:r>
            <a:endParaRPr/>
          </a:p>
        </p:txBody>
      </p:sp>
      <p:pic>
        <p:nvPicPr>
          <p:cNvPr id="674" name="Google Shape;674;p97" title="Screenshot 2026-03-23 at 3.07.41 PM.png"/>
          <p:cNvPicPr preferRelativeResize="0"/>
          <p:nvPr/>
        </p:nvPicPr>
        <p:blipFill>
          <a:blip r:embed="rId3">
            <a:alphaModFix/>
          </a:blip>
          <a:stretch>
            <a:fillRect/>
          </a:stretch>
        </p:blipFill>
        <p:spPr>
          <a:xfrm>
            <a:off x="4140425" y="529500"/>
            <a:ext cx="4851177" cy="3112724"/>
          </a:xfrm>
          <a:prstGeom prst="rect">
            <a:avLst/>
          </a:prstGeom>
          <a:noFill/>
          <a:ln>
            <a:noFill/>
          </a:ln>
        </p:spPr>
      </p:pic>
      <p:sp>
        <p:nvSpPr>
          <p:cNvPr id="675" name="Google Shape;675;p97"/>
          <p:cNvSpPr/>
          <p:nvPr/>
        </p:nvSpPr>
        <p:spPr>
          <a:xfrm>
            <a:off x="6805125" y="3347325"/>
            <a:ext cx="2046900" cy="294900"/>
          </a:xfrm>
          <a:prstGeom prst="rect">
            <a:avLst/>
          </a:prstGeom>
          <a:solidFill>
            <a:srgbClr val="5A982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676" name="Google Shape;676;p97"/>
          <p:cNvSpPr txBox="1"/>
          <p:nvPr/>
        </p:nvSpPr>
        <p:spPr>
          <a:xfrm>
            <a:off x="6786225" y="3310125"/>
            <a:ext cx="2084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lt1"/>
                </a:solidFill>
                <a:latin typeface="Roboto"/>
                <a:ea typeface="Roboto"/>
                <a:cs typeface="Roboto"/>
                <a:sym typeface="Roboto"/>
              </a:rPr>
              <a:t>Unlock Zoomer 200 Price</a:t>
            </a:r>
            <a:endParaRPr b="1" sz="1200">
              <a:solidFill>
                <a:schemeClr val="lt1"/>
              </a:solidFill>
              <a:latin typeface="Roboto"/>
              <a:ea typeface="Roboto"/>
              <a:cs typeface="Roboto"/>
              <a:sym typeface="Roboto"/>
            </a:endParaRPr>
          </a:p>
        </p:txBody>
      </p:sp>
      <p:sp>
        <p:nvSpPr>
          <p:cNvPr id="677" name="Google Shape;677;p97"/>
          <p:cNvSpPr/>
          <p:nvPr/>
        </p:nvSpPr>
        <p:spPr>
          <a:xfrm>
            <a:off x="6686750" y="3258200"/>
            <a:ext cx="2272500" cy="522000"/>
          </a:xfrm>
          <a:prstGeom prst="ellipse">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latin typeface="Roboto"/>
              <a:ea typeface="Roboto"/>
              <a:cs typeface="Roboto"/>
              <a:sym typeface="Roboto"/>
            </a:endParaRPr>
          </a:p>
        </p:txBody>
      </p:sp>
      <p:sp>
        <p:nvSpPr>
          <p:cNvPr id="678" name="Google Shape;678;p97"/>
          <p:cNvSpPr txBox="1"/>
          <p:nvPr/>
        </p:nvSpPr>
        <p:spPr>
          <a:xfrm>
            <a:off x="415425" y="2306125"/>
            <a:ext cx="3565200" cy="258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Roboto"/>
                <a:ea typeface="Roboto"/>
                <a:cs typeface="Roboto"/>
                <a:sym typeface="Roboto"/>
              </a:rPr>
              <a:t>From aged inventory list sent over 3/23</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en" sz="1300">
                <a:solidFill>
                  <a:schemeClr val="dk2"/>
                </a:solidFill>
                <a:latin typeface="Roboto"/>
                <a:ea typeface="Roboto"/>
                <a:cs typeface="Roboto"/>
                <a:sym typeface="Roboto"/>
              </a:rPr>
              <a:t>6 aged units have sold</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LM5703</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C-2076</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9159</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9220</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Z2778</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Z2803</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en" sz="1300">
                <a:solidFill>
                  <a:schemeClr val="dk2"/>
                </a:solidFill>
                <a:latin typeface="Roboto"/>
                <a:ea typeface="Roboto"/>
                <a:cs typeface="Roboto"/>
                <a:sym typeface="Roboto"/>
              </a:rPr>
              <a:t>Sale Pending </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t/>
            </a:r>
            <a:endParaRPr sz="1300">
              <a:solidFill>
                <a:schemeClr val="dk2"/>
              </a:solidFill>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98"/>
          <p:cNvSpPr txBox="1"/>
          <p:nvPr>
            <p:ph idx="1" type="body"/>
          </p:nvPr>
        </p:nvSpPr>
        <p:spPr>
          <a:xfrm>
            <a:off x="132975" y="497111"/>
            <a:ext cx="4385100" cy="4030800"/>
          </a:xfrm>
          <a:prstGeom prst="rect">
            <a:avLst/>
          </a:prstGeom>
        </p:spPr>
        <p:txBody>
          <a:bodyPr anchorCtr="0" anchor="t" bIns="91425" lIns="91425" spcFirstLastPara="1" rIns="91425" wrap="square" tIns="91425">
            <a:noAutofit/>
          </a:bodyPr>
          <a:lstStyle/>
          <a:p>
            <a:pPr indent="0" lvl="0" marL="0" rtl="0" algn="l">
              <a:lnSpc>
                <a:spcPct val="95000"/>
              </a:lnSpc>
              <a:spcBef>
                <a:spcPts val="1400"/>
              </a:spcBef>
              <a:spcAft>
                <a:spcPts val="0"/>
              </a:spcAft>
              <a:buClr>
                <a:schemeClr val="dk1"/>
              </a:buClr>
              <a:buSzPts val="275"/>
              <a:buFont typeface="Arial"/>
              <a:buNone/>
            </a:pPr>
            <a:r>
              <a:rPr b="1" lang="en" sz="1100">
                <a:solidFill>
                  <a:schemeClr val="dk1"/>
                </a:solidFill>
                <a:latin typeface="Arial"/>
                <a:ea typeface="Arial"/>
                <a:cs typeface="Arial"/>
                <a:sym typeface="Arial"/>
              </a:rPr>
              <a:t>The Zoomers 200 (Favorite)</a:t>
            </a:r>
            <a:endParaRPr b="1"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The race is on.</a:t>
            </a:r>
            <a:endParaRPr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Two hundred RVs have been sitting on the lot too long—</a:t>
            </a:r>
            <a:br>
              <a:rPr lang="en" sz="1100">
                <a:solidFill>
                  <a:schemeClr val="dk1"/>
                </a:solidFill>
                <a:latin typeface="Arial"/>
                <a:ea typeface="Arial"/>
                <a:cs typeface="Arial"/>
                <a:sym typeface="Arial"/>
              </a:rPr>
            </a:br>
            <a:r>
              <a:rPr lang="en" sz="1100">
                <a:solidFill>
                  <a:schemeClr val="dk1"/>
                </a:solidFill>
                <a:latin typeface="Arial"/>
                <a:ea typeface="Arial"/>
                <a:cs typeface="Arial"/>
                <a:sym typeface="Arial"/>
              </a:rPr>
              <a:t> and now it’s a full-on sprint to sell them.</a:t>
            </a:r>
            <a:endParaRPr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Welcome to </a:t>
            </a:r>
            <a:r>
              <a:rPr b="1" lang="en" sz="1100">
                <a:solidFill>
                  <a:schemeClr val="dk1"/>
                </a:solidFill>
                <a:latin typeface="Arial"/>
                <a:ea typeface="Arial"/>
                <a:cs typeface="Arial"/>
                <a:sym typeface="Arial"/>
              </a:rPr>
              <a:t>The Zoomers 200.</a:t>
            </a:r>
            <a:endParaRPr b="1"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Where every unit is priced to move—fast.</a:t>
            </a:r>
            <a:br>
              <a:rPr lang="en" sz="1100">
                <a:solidFill>
                  <a:schemeClr val="dk1"/>
                </a:solidFill>
                <a:latin typeface="Arial"/>
                <a:ea typeface="Arial"/>
                <a:cs typeface="Arial"/>
                <a:sym typeface="Arial"/>
              </a:rPr>
            </a:br>
            <a:r>
              <a:rPr lang="en" sz="1100">
                <a:solidFill>
                  <a:schemeClr val="dk1"/>
                </a:solidFill>
                <a:latin typeface="Arial"/>
                <a:ea typeface="Arial"/>
                <a:cs typeface="Arial"/>
                <a:sym typeface="Arial"/>
              </a:rPr>
              <a:t> That means incredible discounts on new and pre-owned RVs.</a:t>
            </a:r>
            <a:endParaRPr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We’re talking some of the lowest prices in the nation</a:t>
            </a:r>
            <a:br>
              <a:rPr lang="en" sz="1100">
                <a:solidFill>
                  <a:schemeClr val="dk1"/>
                </a:solidFill>
                <a:latin typeface="Arial"/>
                <a:ea typeface="Arial"/>
                <a:cs typeface="Arial"/>
                <a:sym typeface="Arial"/>
              </a:rPr>
            </a:br>
            <a:r>
              <a:rPr lang="en" sz="1100">
                <a:solidFill>
                  <a:schemeClr val="dk1"/>
                </a:solidFill>
                <a:latin typeface="Arial"/>
                <a:ea typeface="Arial"/>
                <a:cs typeface="Arial"/>
                <a:sym typeface="Arial"/>
              </a:rPr>
              <a:t> on America’s top brands—from motorhomes to travel trailers.</a:t>
            </a:r>
            <a:endParaRPr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Look for the Deep Discount tag— on </a:t>
            </a:r>
            <a:r>
              <a:rPr lang="en" sz="1100">
                <a:solidFill>
                  <a:schemeClr val="dk1"/>
                </a:solidFill>
                <a:uFill>
                  <a:noFill/>
                </a:uFill>
                <a:latin typeface="Arial"/>
                <a:ea typeface="Arial"/>
                <a:cs typeface="Arial"/>
                <a:sym typeface="Arial"/>
                <a:hlinkClick r:id="rId3">
                  <a:extLst>
                    <a:ext uri="{A12FA001-AC4F-418D-AE19-62706E023703}">
                      <ahyp:hlinkClr val="tx"/>
                    </a:ext>
                  </a:extLst>
                </a:hlinkClick>
              </a:rPr>
              <a:t>ZoomersRV.Com</a:t>
            </a:r>
            <a:r>
              <a:rPr lang="en" sz="1100">
                <a:solidFill>
                  <a:schemeClr val="dk1"/>
                </a:solidFill>
                <a:latin typeface="Arial"/>
                <a:ea typeface="Arial"/>
                <a:cs typeface="Arial"/>
                <a:sym typeface="Arial"/>
              </a:rPr>
              <a:t> and on our lots</a:t>
            </a:r>
            <a:br>
              <a:rPr lang="en" sz="1100">
                <a:solidFill>
                  <a:schemeClr val="dk1"/>
                </a:solidFill>
                <a:latin typeface="Arial"/>
                <a:ea typeface="Arial"/>
                <a:cs typeface="Arial"/>
                <a:sym typeface="Arial"/>
              </a:rPr>
            </a:br>
            <a:r>
              <a:rPr lang="en" sz="1100">
                <a:solidFill>
                  <a:schemeClr val="dk1"/>
                </a:solidFill>
                <a:latin typeface="Arial"/>
                <a:ea typeface="Arial"/>
                <a:cs typeface="Arial"/>
                <a:sym typeface="Arial"/>
              </a:rPr>
              <a:t>The longer it’s been here, the bigger the savings.</a:t>
            </a:r>
            <a:endParaRPr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But don’t wait—these deals won’t last long.</a:t>
            </a:r>
            <a:endParaRPr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The Zoomers 200.</a:t>
            </a:r>
            <a:br>
              <a:rPr lang="en" sz="1100">
                <a:solidFill>
                  <a:schemeClr val="dk1"/>
                </a:solidFill>
                <a:latin typeface="Arial"/>
                <a:ea typeface="Arial"/>
                <a:cs typeface="Arial"/>
                <a:sym typeface="Arial"/>
              </a:rPr>
            </a:br>
            <a:r>
              <a:rPr lang="en" sz="1100">
                <a:solidFill>
                  <a:schemeClr val="dk1"/>
                </a:solidFill>
                <a:latin typeface="Arial"/>
                <a:ea typeface="Arial"/>
                <a:cs typeface="Arial"/>
                <a:sym typeface="Arial"/>
              </a:rPr>
              <a:t> Happening now at all three Zoomers RV locations.</a:t>
            </a:r>
            <a:endParaRPr sz="1100">
              <a:solidFill>
                <a:schemeClr val="dk1"/>
              </a:solidFill>
              <a:latin typeface="Arial"/>
              <a:ea typeface="Arial"/>
              <a:cs typeface="Arial"/>
              <a:sym typeface="Arial"/>
            </a:endParaRPr>
          </a:p>
          <a:p>
            <a:pPr indent="0" lvl="0" marL="0" rtl="0" algn="l">
              <a:lnSpc>
                <a:spcPct val="95000"/>
              </a:lnSpc>
              <a:spcBef>
                <a:spcPts val="1200"/>
              </a:spcBef>
              <a:spcAft>
                <a:spcPts val="1200"/>
              </a:spcAft>
              <a:buSzPts val="275"/>
              <a:buNone/>
            </a:pPr>
            <a:r>
              <a:t/>
            </a:r>
            <a:endParaRPr b="1" sz="100">
              <a:solidFill>
                <a:srgbClr val="FF0000"/>
              </a:solidFill>
              <a:latin typeface="Arial"/>
              <a:ea typeface="Arial"/>
              <a:cs typeface="Arial"/>
              <a:sym typeface="Arial"/>
            </a:endParaRPr>
          </a:p>
        </p:txBody>
      </p:sp>
      <p:sp>
        <p:nvSpPr>
          <p:cNvPr id="684" name="Google Shape;684;p98"/>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April-May</a:t>
            </a:r>
            <a:endParaRPr/>
          </a:p>
        </p:txBody>
      </p:sp>
      <p:pic>
        <p:nvPicPr>
          <p:cNvPr id="685" name="Google Shape;685;p98" title="Screenshot 2026-03-30 at 7.29.08 AM.png"/>
          <p:cNvPicPr preferRelativeResize="0"/>
          <p:nvPr/>
        </p:nvPicPr>
        <p:blipFill rotWithShape="1">
          <a:blip r:embed="rId4">
            <a:alphaModFix/>
          </a:blip>
          <a:srcRect b="0" l="4270" r="0" t="8842"/>
          <a:stretch/>
        </p:blipFill>
        <p:spPr>
          <a:xfrm>
            <a:off x="5232925" y="1881900"/>
            <a:ext cx="3310826" cy="1509300"/>
          </a:xfrm>
          <a:prstGeom prst="rect">
            <a:avLst/>
          </a:prstGeom>
          <a:noFill/>
          <a:ln>
            <a:noFill/>
          </a:ln>
        </p:spPr>
      </p:pic>
      <p:pic>
        <p:nvPicPr>
          <p:cNvPr id="686" name="Google Shape;686;p98" title="Screenshot 2026-03-30 at 7.30.18 AM.png"/>
          <p:cNvPicPr preferRelativeResize="0"/>
          <p:nvPr/>
        </p:nvPicPr>
        <p:blipFill>
          <a:blip r:embed="rId5">
            <a:alphaModFix/>
          </a:blip>
          <a:stretch>
            <a:fillRect/>
          </a:stretch>
        </p:blipFill>
        <p:spPr>
          <a:xfrm>
            <a:off x="4705199" y="3513826"/>
            <a:ext cx="4105324" cy="1205199"/>
          </a:xfrm>
          <a:prstGeom prst="rect">
            <a:avLst/>
          </a:prstGeom>
          <a:noFill/>
          <a:ln>
            <a:noFill/>
          </a:ln>
        </p:spPr>
      </p:pic>
      <p:pic>
        <p:nvPicPr>
          <p:cNvPr id="687" name="Google Shape;687;p98" title="Screenshot 2026-03-30 at 7.34.04 AM.png"/>
          <p:cNvPicPr preferRelativeResize="0"/>
          <p:nvPr/>
        </p:nvPicPr>
        <p:blipFill rotWithShape="1">
          <a:blip r:embed="rId6">
            <a:alphaModFix/>
          </a:blip>
          <a:srcRect b="0" l="882" r="0" t="8324"/>
          <a:stretch/>
        </p:blipFill>
        <p:spPr>
          <a:xfrm>
            <a:off x="4618225" y="608025"/>
            <a:ext cx="4105324" cy="973383"/>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691" name="Shape 691"/>
        <p:cNvGrpSpPr/>
        <p:nvPr/>
      </p:nvGrpSpPr>
      <p:grpSpPr>
        <a:xfrm>
          <a:off x="0" y="0"/>
          <a:ext cx="0" cy="0"/>
          <a:chOff x="0" y="0"/>
          <a:chExt cx="0" cy="0"/>
        </a:xfrm>
      </p:grpSpPr>
      <p:sp>
        <p:nvSpPr>
          <p:cNvPr id="692" name="Google Shape;692;p99"/>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2026 Budget</a:t>
            </a:r>
            <a:endParaRPr sz="4800">
              <a:solidFill>
                <a:schemeClr val="lt1"/>
              </a:solidFill>
            </a:endParaRPr>
          </a:p>
        </p:txBody>
      </p:sp>
      <p:sp>
        <p:nvSpPr>
          <p:cNvPr id="693" name="Google Shape;693;p9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94" name="Google Shape;694;p99"/>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695" name="Google Shape;695;p99"/>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100"/>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2026 Budget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704" name="Shape 704"/>
        <p:cNvGrpSpPr/>
        <p:nvPr/>
      </p:nvGrpSpPr>
      <p:grpSpPr>
        <a:xfrm>
          <a:off x="0" y="0"/>
          <a:ext cx="0" cy="0"/>
          <a:chOff x="0" y="0"/>
          <a:chExt cx="0" cy="0"/>
        </a:xfrm>
      </p:grpSpPr>
      <p:sp>
        <p:nvSpPr>
          <p:cNvPr id="705" name="Google Shape;705;p101"/>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Appendix</a:t>
            </a:r>
            <a:endParaRPr sz="4800">
              <a:solidFill>
                <a:schemeClr val="lt1"/>
              </a:solidFill>
            </a:endParaRPr>
          </a:p>
        </p:txBody>
      </p:sp>
      <p:sp>
        <p:nvSpPr>
          <p:cNvPr id="706" name="Google Shape;706;p10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07" name="Google Shape;707;p101"/>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708" name="Google Shape;708;p101"/>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102"/>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User Acquisition</a:t>
            </a:r>
            <a:endParaRPr/>
          </a:p>
        </p:txBody>
      </p:sp>
      <p:pic>
        <p:nvPicPr>
          <p:cNvPr id="714" name="Google Shape;714;p102" title="Screenshot 2026-02-05 at 2.06.44 PM.png"/>
          <p:cNvPicPr preferRelativeResize="0"/>
          <p:nvPr/>
        </p:nvPicPr>
        <p:blipFill>
          <a:blip r:embed="rId3">
            <a:alphaModFix/>
          </a:blip>
          <a:stretch>
            <a:fillRect/>
          </a:stretch>
        </p:blipFill>
        <p:spPr>
          <a:xfrm>
            <a:off x="152400" y="529500"/>
            <a:ext cx="7184751" cy="4147951"/>
          </a:xfrm>
          <a:prstGeom prst="rect">
            <a:avLst/>
          </a:prstGeom>
          <a:noFill/>
          <a:ln>
            <a:noFill/>
          </a:ln>
        </p:spPr>
      </p:pic>
      <p:sp>
        <p:nvSpPr>
          <p:cNvPr id="715" name="Google Shape;715;p102"/>
          <p:cNvSpPr/>
          <p:nvPr/>
        </p:nvSpPr>
        <p:spPr>
          <a:xfrm>
            <a:off x="329450" y="1759425"/>
            <a:ext cx="3047100" cy="2852700"/>
          </a:xfrm>
          <a:prstGeom prst="rect">
            <a:avLst/>
          </a:prstGeom>
          <a:noFill/>
          <a:ln cap="flat" cmpd="sng" w="381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Wheeler Deck">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eeler Deck">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Wheeler Deck">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Wheeler Deck">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